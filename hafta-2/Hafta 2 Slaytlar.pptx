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1884-CDB3-F26A-874A-0CA6C6F3D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CE259-51DD-1DFC-4C7F-B20AE8E5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410C9-566D-AD1B-52E7-0FD5415F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1A626-456D-882F-ED1E-B460C0AB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C6A79-BFCA-79AD-A69B-83AD6187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860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656A-AC4A-5644-3FF1-89688779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B2932-CD0C-6841-CFF6-DBBF18662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AEF98-C576-B4C9-4926-355CD7D9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8E0FB-0C66-5036-6ED5-07F0FA25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5E3D-EF4C-A332-8CA0-FF3934CB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033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71D3-CA4F-F5B5-AC0C-CADA7774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D56B5-A52B-3422-94C4-BAA0F8985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5BD05-AEF2-88FE-1BFF-B4E62AC4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1AC19-78E9-9948-26CA-EE106A29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B6655-BF5E-CC6F-B14B-043639F0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5082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64DF-D62E-6F4F-2ABE-EB1BB2C9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A85A-5280-6FA1-168F-A7C82E782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BCE60-963C-7D3A-1B6B-B44717949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5EFD0-1271-8A9D-9A17-E303C64E9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28E72-B340-C63C-C341-670823D1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A3E15-2233-A22E-695C-FAC1C0A73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6584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79E8-164C-E234-3FEA-4D263619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13D6-0F29-1DFA-C852-92965375D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23B85-B7A4-FB63-F0FA-D1430247F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2B915-F51B-AEF6-9D38-14CB63746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16822-8B86-09A3-F413-03820B86D8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A275C-BD6A-CC55-2D70-A4FB6D413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39E6F6-5437-7F9E-DC2D-C70C9121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D3FF9-1DC4-022C-DF8B-5F70C755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9682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50BFA-2244-B25B-E7CC-749F79EE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9A3EC-730D-59EB-EE90-8FD5E2059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99EE3-ECCE-D014-D7A7-BEA58B1A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9F2FA-EEB7-D62B-9E0E-8F128DE7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5240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7DB28-C76E-C0D0-41E9-C2CFBC5F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0794A-939B-7642-E90B-04EFBE7C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7BDD1-FE97-452A-3039-8FCC65D7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5500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25D3-716A-4E47-FB3B-53F805F6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A4004-8881-D87B-D7E5-4A4EE7B81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1D092-68CE-FDF5-67B9-7B0CEB5DF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55D20-1A80-3176-215C-270AABF3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00341-1AFA-3608-D1EE-CDE46C13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78CC7-611F-A4BC-7291-55A6C2FA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210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6DD8-4B43-C4B0-F6AD-24A006D5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550D2-8426-7B5F-E96D-7F634ADC3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EBD48-8FD6-6A22-E02C-29D1AFDEE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36900-5EE1-4705-6B9D-5F9AFAF2B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80ADA-705C-73BE-FC0E-52A51DAC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D0A59-8175-C468-8D95-6909ACAF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4290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EDC1-414E-FE17-1E88-4FBBD324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0FDE1-367D-6DD5-9465-039386B7A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1003B-8469-36EA-892A-4729274A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ADBFB-A6C7-1CD7-B6BA-741C1412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692F7-C25F-520A-BB6D-0B5CAB14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0426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EF9B73-717D-463B-66D8-7B939802A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1D409-3023-E01F-B8C8-AA0140904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716E9-98CA-5C4E-54DD-0820660C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D3908-49D8-0326-D09C-1A8CD7E57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6CAF4-B8AD-2E72-C9AB-2C79E724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673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495C06-554C-28FA-67C8-E553131C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C445F-E4FA-3F56-3A34-24FE3ED1D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8B246-60DA-0523-C846-76454EF9F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29471-B847-4510-871E-B0DF9E444156}" type="datetimeFigureOut">
              <a:rPr lang="de-AT" smtClean="0"/>
              <a:t>29.08.2026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82E5C-B23B-D8A5-AECC-3CAEAE6B6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FEB93-D5FF-D5A6-8531-105E26A4E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7556F-086B-4474-84CE-4CCD2DAD09DD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9498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693D4-7950-2975-9ED8-4A4EDE3E0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B11-E828-31C5-30DF-6718D80B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Ne </a:t>
            </a:r>
            <a:r>
              <a:rPr lang="de-AT" b="1" dirty="0" err="1"/>
              <a:t>Yaptım</a:t>
            </a:r>
            <a:r>
              <a:rPr lang="de-AT" b="1" dirty="0"/>
              <a:t>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5F77B-4D13-7D54-3A86-4BC9DF74A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 err="1"/>
              <a:t>Autograd'ı</a:t>
            </a:r>
            <a:r>
              <a:rPr lang="de-AT" dirty="0"/>
              <a:t> </a:t>
            </a:r>
            <a:r>
              <a:rPr lang="de-AT" dirty="0" err="1"/>
              <a:t>sıfırdan</a:t>
            </a:r>
            <a:r>
              <a:rPr lang="de-AT" dirty="0"/>
              <a:t> </a:t>
            </a:r>
            <a:r>
              <a:rPr lang="de-AT" dirty="0" err="1"/>
              <a:t>kurdum</a:t>
            </a:r>
            <a:endParaRPr lang="de-AT" dirty="0"/>
          </a:p>
          <a:p>
            <a:pPr lvl="0"/>
            <a:r>
              <a:rPr lang="de-AT" dirty="0"/>
              <a:t>İleri </a:t>
            </a:r>
            <a:r>
              <a:rPr lang="de-AT" dirty="0" err="1"/>
              <a:t>geçiş</a:t>
            </a:r>
            <a:r>
              <a:rPr lang="de-AT" dirty="0"/>
              <a:t>: </a:t>
            </a:r>
            <a:r>
              <a:rPr lang="de-AT" dirty="0" err="1"/>
              <a:t>hesaplama</a:t>
            </a:r>
            <a:r>
              <a:rPr lang="de-AT" dirty="0"/>
              <a:t> + DAG (</a:t>
            </a:r>
            <a:r>
              <a:rPr lang="de-AT" dirty="0" err="1"/>
              <a:t>grafik</a:t>
            </a:r>
            <a:r>
              <a:rPr lang="de-AT" dirty="0"/>
              <a:t>) </a:t>
            </a:r>
            <a:r>
              <a:rPr lang="de-AT" dirty="0" err="1"/>
              <a:t>inşası</a:t>
            </a:r>
            <a:endParaRPr lang="de-AT" dirty="0"/>
          </a:p>
          <a:p>
            <a:pPr lvl="0"/>
            <a:r>
              <a:rPr lang="de-AT" dirty="0" err="1"/>
              <a:t>Geriye</a:t>
            </a:r>
            <a:r>
              <a:rPr lang="de-AT" dirty="0"/>
              <a:t> </a:t>
            </a:r>
            <a:r>
              <a:rPr lang="de-AT" dirty="0" err="1"/>
              <a:t>yayılım</a:t>
            </a:r>
            <a:r>
              <a:rPr lang="de-AT" dirty="0"/>
              <a:t>: </a:t>
            </a:r>
            <a:r>
              <a:rPr lang="de-AT" dirty="0" err="1"/>
              <a:t>zincir</a:t>
            </a:r>
            <a:r>
              <a:rPr lang="de-AT" dirty="0"/>
              <a:t> </a:t>
            </a:r>
            <a:r>
              <a:rPr lang="de-AT" dirty="0" err="1"/>
              <a:t>kuralının</a:t>
            </a:r>
            <a:r>
              <a:rPr lang="de-AT" dirty="0"/>
              <a:t> </a:t>
            </a:r>
            <a:r>
              <a:rPr lang="de-AT" dirty="0" err="1"/>
              <a:t>otomatik</a:t>
            </a:r>
            <a:r>
              <a:rPr lang="de-AT" dirty="0"/>
              <a:t> </a:t>
            </a:r>
            <a:r>
              <a:rPr lang="de-AT" dirty="0" err="1"/>
              <a:t>uygulanması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2801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E774-FB12-16A6-117B-3428A5FA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Nerede</a:t>
            </a:r>
            <a:r>
              <a:rPr lang="de-AT" dirty="0"/>
              <a:t> </a:t>
            </a:r>
            <a:r>
              <a:rPr lang="de-AT" dirty="0" err="1"/>
              <a:t>Zorlandım</a:t>
            </a:r>
            <a:r>
              <a:rPr lang="de-AT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87D0E-CF98-FCCC-A475-B007FF8D5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Büyük </a:t>
            </a:r>
            <a:r>
              <a:rPr lang="de-AT" dirty="0" err="1"/>
              <a:t>resme</a:t>
            </a:r>
            <a:r>
              <a:rPr lang="de-AT" dirty="0"/>
              <a:t> </a:t>
            </a:r>
            <a:r>
              <a:rPr lang="de-AT" dirty="0" err="1"/>
              <a:t>oturtmakta</a:t>
            </a:r>
            <a:r>
              <a:rPr lang="de-AT" dirty="0"/>
              <a:t> </a:t>
            </a:r>
            <a:r>
              <a:rPr lang="de-AT" dirty="0" err="1"/>
              <a:t>zorlandım</a:t>
            </a:r>
            <a:endParaRPr lang="de-AT" dirty="0"/>
          </a:p>
          <a:p>
            <a:pPr lvl="0"/>
            <a:r>
              <a:rPr lang="de-AT" dirty="0" err="1"/>
              <a:t>Nöronlar</a:t>
            </a:r>
            <a:r>
              <a:rPr lang="de-AT" dirty="0"/>
              <a:t> </a:t>
            </a:r>
            <a:r>
              <a:rPr lang="de-AT" dirty="0" err="1"/>
              <a:t>konusuna</a:t>
            </a:r>
            <a:r>
              <a:rPr lang="de-AT" dirty="0"/>
              <a:t> </a:t>
            </a:r>
            <a:r>
              <a:rPr lang="de-AT" dirty="0" err="1"/>
              <a:t>geçilince</a:t>
            </a:r>
            <a:r>
              <a:rPr lang="de-AT" dirty="0"/>
              <a:t> </a:t>
            </a:r>
            <a:r>
              <a:rPr lang="de-AT" dirty="0" err="1"/>
              <a:t>kafam</a:t>
            </a:r>
            <a:r>
              <a:rPr lang="de-AT" dirty="0"/>
              <a:t> </a:t>
            </a:r>
            <a:r>
              <a:rPr lang="de-AT" dirty="0" err="1"/>
              <a:t>karıştı</a:t>
            </a:r>
            <a:endParaRPr lang="de-AT" dirty="0"/>
          </a:p>
          <a:p>
            <a:pPr lvl="0"/>
            <a:r>
              <a:rPr lang="de-AT" dirty="0"/>
              <a:t>Tek </a:t>
            </a:r>
            <a:r>
              <a:rPr lang="de-AT" dirty="0" err="1"/>
              <a:t>bir</a:t>
            </a:r>
            <a:r>
              <a:rPr lang="de-AT" dirty="0"/>
              <a:t> </a:t>
            </a:r>
            <a:r>
              <a:rPr lang="de-AT" dirty="0" err="1"/>
              <a:t>nöron</a:t>
            </a:r>
            <a:r>
              <a:rPr lang="de-AT" dirty="0"/>
              <a:t> </a:t>
            </a:r>
            <a:r>
              <a:rPr lang="de-AT" dirty="0" err="1"/>
              <a:t>kodlanınca</a:t>
            </a:r>
            <a:r>
              <a:rPr lang="de-AT" dirty="0"/>
              <a:t> </a:t>
            </a:r>
            <a:r>
              <a:rPr lang="de-AT" dirty="0" err="1"/>
              <a:t>resim</a:t>
            </a:r>
            <a:r>
              <a:rPr lang="de-AT" dirty="0"/>
              <a:t> </a:t>
            </a:r>
            <a:r>
              <a:rPr lang="de-AT" dirty="0" err="1"/>
              <a:t>netleşti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4450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38C4-7BBF-94C9-A489-4F4F37E61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0E89-A0F7-C6E5-5793-B6EB2963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backward</a:t>
            </a:r>
            <a:r>
              <a:rPr lang="de-AT" dirty="0"/>
              <a:t>() </a:t>
            </a:r>
            <a:r>
              <a:rPr lang="de-AT" dirty="0" err="1"/>
              <a:t>Nasıl</a:t>
            </a:r>
            <a:r>
              <a:rPr lang="de-AT" dirty="0"/>
              <a:t> </a:t>
            </a:r>
            <a:r>
              <a:rPr lang="de-AT" dirty="0" err="1"/>
              <a:t>Çalışır</a:t>
            </a:r>
            <a:r>
              <a:rPr lang="de-AT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A571C-65E1-CE4F-A598-75E94D115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 err="1"/>
              <a:t>Topolojik</a:t>
            </a:r>
            <a:r>
              <a:rPr lang="de-AT" dirty="0"/>
              <a:t> </a:t>
            </a:r>
            <a:r>
              <a:rPr lang="de-AT" dirty="0" err="1"/>
              <a:t>sıralama</a:t>
            </a:r>
            <a:r>
              <a:rPr lang="de-AT" dirty="0"/>
              <a:t>: </a:t>
            </a:r>
            <a:r>
              <a:rPr lang="de-AT" dirty="0" err="1"/>
              <a:t>düğümleri</a:t>
            </a:r>
            <a:r>
              <a:rPr lang="de-AT" dirty="0"/>
              <a:t>, </a:t>
            </a:r>
            <a:r>
              <a:rPr lang="de-AT" dirty="0" err="1"/>
              <a:t>çocukları</a:t>
            </a:r>
            <a:r>
              <a:rPr lang="de-AT" dirty="0"/>
              <a:t> </a:t>
            </a:r>
            <a:r>
              <a:rPr lang="de-AT" dirty="0" err="1"/>
              <a:t>önce</a:t>
            </a:r>
            <a:r>
              <a:rPr lang="de-AT" dirty="0"/>
              <a:t> </a:t>
            </a:r>
            <a:r>
              <a:rPr lang="de-AT" dirty="0" err="1"/>
              <a:t>işlenmiş</a:t>
            </a:r>
            <a:r>
              <a:rPr lang="de-AT" dirty="0"/>
              <a:t> </a:t>
            </a:r>
            <a:r>
              <a:rPr lang="de-AT" dirty="0" err="1"/>
              <a:t>olacak</a:t>
            </a:r>
            <a:r>
              <a:rPr lang="de-AT" dirty="0"/>
              <a:t> </a:t>
            </a:r>
            <a:r>
              <a:rPr lang="de-AT" dirty="0" err="1"/>
              <a:t>şekilde</a:t>
            </a:r>
            <a:r>
              <a:rPr lang="de-AT" dirty="0"/>
              <a:t> </a:t>
            </a:r>
            <a:r>
              <a:rPr lang="de-AT" dirty="0" err="1"/>
              <a:t>sırala</a:t>
            </a:r>
            <a:endParaRPr lang="de-AT" dirty="0"/>
          </a:p>
          <a:p>
            <a:pPr lvl="0"/>
            <a:r>
              <a:rPr lang="de-AT" dirty="0" err="1"/>
              <a:t>Gradyanı</a:t>
            </a:r>
            <a:r>
              <a:rPr lang="de-AT" dirty="0"/>
              <a:t> </a:t>
            </a:r>
            <a:r>
              <a:rPr lang="de-AT" dirty="0" err="1"/>
              <a:t>başlat</a:t>
            </a:r>
            <a:r>
              <a:rPr lang="de-AT" dirty="0"/>
              <a:t>: </a:t>
            </a:r>
            <a:r>
              <a:rPr lang="de-AT" dirty="0" err="1"/>
              <a:t>çıktının</a:t>
            </a:r>
            <a:r>
              <a:rPr lang="de-AT" dirty="0"/>
              <a:t> </a:t>
            </a:r>
            <a:r>
              <a:rPr lang="de-AT" dirty="0" err="1"/>
              <a:t>gradyanı</a:t>
            </a:r>
            <a:r>
              <a:rPr lang="de-AT" dirty="0"/>
              <a:t> = 1</a:t>
            </a:r>
          </a:p>
          <a:p>
            <a:pPr lvl="0"/>
            <a:r>
              <a:rPr lang="de-AT" dirty="0" err="1"/>
              <a:t>Tersten</a:t>
            </a:r>
            <a:r>
              <a:rPr lang="de-AT" dirty="0"/>
              <a:t> </a:t>
            </a:r>
            <a:r>
              <a:rPr lang="de-AT" dirty="0" err="1"/>
              <a:t>gez</a:t>
            </a:r>
            <a:r>
              <a:rPr lang="de-AT" dirty="0"/>
              <a:t>: </a:t>
            </a:r>
            <a:r>
              <a:rPr lang="de-AT" dirty="0" err="1"/>
              <a:t>çıktıdan</a:t>
            </a:r>
            <a:r>
              <a:rPr lang="de-AT" dirty="0"/>
              <a:t> </a:t>
            </a:r>
            <a:r>
              <a:rPr lang="de-AT" dirty="0" err="1"/>
              <a:t>girdiye</a:t>
            </a:r>
            <a:r>
              <a:rPr lang="de-AT" dirty="0"/>
              <a:t> </a:t>
            </a:r>
            <a:r>
              <a:rPr lang="de-AT" dirty="0" err="1"/>
              <a:t>doğru</a:t>
            </a:r>
            <a:r>
              <a:rPr lang="de-AT" dirty="0"/>
              <a:t> </a:t>
            </a:r>
            <a:r>
              <a:rPr lang="de-AT" dirty="0" err="1"/>
              <a:t>ilerle</a:t>
            </a:r>
            <a:endParaRPr lang="de-AT" dirty="0"/>
          </a:p>
          <a:p>
            <a:pPr lvl="0"/>
            <a:r>
              <a:rPr lang="de-AT" dirty="0"/>
              <a:t>Her </a:t>
            </a:r>
            <a:r>
              <a:rPr lang="de-AT" dirty="0" err="1"/>
              <a:t>düğümde</a:t>
            </a:r>
            <a:r>
              <a:rPr lang="de-AT" dirty="0"/>
              <a:t> _</a:t>
            </a:r>
            <a:r>
              <a:rPr lang="de-AT" dirty="0" err="1"/>
              <a:t>backward</a:t>
            </a:r>
            <a:r>
              <a:rPr lang="de-AT" dirty="0"/>
              <a:t> </a:t>
            </a:r>
            <a:r>
              <a:rPr lang="de-AT" dirty="0" err="1"/>
              <a:t>çağır</a:t>
            </a:r>
            <a:r>
              <a:rPr lang="de-AT" dirty="0"/>
              <a:t>, </a:t>
            </a:r>
            <a:r>
              <a:rPr lang="de-AT" dirty="0" err="1"/>
              <a:t>gradyanı</a:t>
            </a:r>
            <a:r>
              <a:rPr lang="de-AT" dirty="0"/>
              <a:t> </a:t>
            </a:r>
            <a:r>
              <a:rPr lang="de-AT" dirty="0" err="1"/>
              <a:t>çocuklara</a:t>
            </a:r>
            <a:r>
              <a:rPr lang="de-AT" dirty="0"/>
              <a:t> </a:t>
            </a:r>
            <a:r>
              <a:rPr lang="de-AT" dirty="0" err="1"/>
              <a:t>aktar</a:t>
            </a:r>
            <a:endParaRPr lang="de-AT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90293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Ne Yaptım?</vt:lpstr>
      <vt:lpstr>Nerede Zorlandım?</vt:lpstr>
      <vt:lpstr>backward() Nasıl Çalışır?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Emre Camkerten</dc:creator>
  <cp:lastModifiedBy>Emre Camkerten</cp:lastModifiedBy>
  <cp:revision>1</cp:revision>
  <dcterms:created xsi:type="dcterms:W3CDTF">2026-08-29T09:10:51Z</dcterms:created>
  <dcterms:modified xsi:type="dcterms:W3CDTF">2026-08-29T09:12:22Z</dcterms:modified>
</cp:coreProperties>
</file>