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86B1-CDE4-3393-85B8-81FB25895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27BC3-B755-5DED-41DE-A57B4A38C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1F68C-1B95-3E0A-474F-8A4A7B37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D0C56-6B09-B549-8DD1-86F36DCC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8E42E-6EDD-5B01-9690-EEDB3052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168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67B0-76D4-0928-86B6-B78E95204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1D53C-AAD3-F66E-F5CE-FB18E44D3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97F6-2A26-48D2-921C-A6C4CC17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77811-ED5B-04E7-DF96-9769A03B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9B3DE-1456-CC04-A3D7-6671D417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25140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1D7-105E-87FC-E915-9FE063D2B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8AC2E-4136-0B99-AF23-0B755AE5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0C748-0CF9-7CCE-2CFA-7670A903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91206-8785-3E4F-6500-C012FAC9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F709-C83E-03DE-2B87-BAD27E7B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4005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D45F-4F54-03B6-D5DD-6C387A10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4D857-DEF1-833E-4CD3-D32A472CB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DE08E-42A6-1694-9B3C-2BC288B86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DBA49-986F-F726-4639-057EF9D1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3A53D-985F-B78B-4AA2-C5142CB1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97938-8FAF-A2B7-76B3-94891B1A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3638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E317-B309-DB77-0604-2B02C3B0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0FE26-81B9-3E59-A850-6DBAE330F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DD845-61F5-F98C-5E54-E9C4B437B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78553-E3CA-EF5A-5F36-9B0B6D1EC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BEE84-464C-9B90-A704-51A0C0616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208F8F-6D03-D451-30D8-D09E977F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339E0-C7BD-0D60-063A-9687D389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0A992-29FA-3A05-F51F-A4D300D2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267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1F00-0ECA-A0EF-C7AA-7C9E89B4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809C7-D185-CD82-1E97-4A63F1D6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F67DD-AB84-C0B7-6515-5C982AF4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C4472-174C-6BF0-C42C-FF6DA618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367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6DBF7-0E66-FA95-966B-BD5B0349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6FA53-6599-D13E-FFF5-48B242AE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8B7B7-C101-37AC-8D67-AFD428FA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299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00F9-EA4E-234A-A86C-BDA2870F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A89F5-D247-228C-C7B3-7A4ECF2D0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58617-85A7-D30B-FF59-8240C79DF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9C6D3-1409-918B-779F-9331F5BF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FF8C2-C73F-1A50-ABB1-6EE7C364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36F00-803B-E703-21FE-2451F3BB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550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D516-6757-0D9E-4A7C-04297B4E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FDE7B-CA16-2760-E2B9-3DD4572F5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C09A4-E14D-F05C-4F56-54CEDB807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78AA5-EE04-A7DD-35A7-3B9EB79F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FCD7E-1089-C4F8-77F6-8E4563D8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EAFEF-338F-A6C0-7B99-A136B4BE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3754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14D5-3548-9C91-4A19-6097F44E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9DE9F-3269-1A46-F37F-0784454ED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37F01-3944-6D36-79AF-C8FD41D7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6F054-3043-77F4-9EF4-59243301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8DA63-3631-E75A-50BB-CF095AEA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8938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1151FD-6ACC-3C74-C530-E3F1E02C9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5A546-A40E-8AA6-8E46-988119FF3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6FDD5-3AA3-E976-4F45-B5FCCCB4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1994-BECE-8065-A715-2ECAEE90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3145-055F-996D-0881-C9904952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7188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1120E-F568-C832-3CFF-1382CDB7C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E8DAC-0E8F-0ECB-63F9-849152EBC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0FD84-D6E0-E8BC-0054-664809EE8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2B1B6-B669-46B7-80D0-CE3D7FB628DE}" type="datetimeFigureOut">
              <a:rPr lang="de-AT" smtClean="0"/>
              <a:t>27.09.2026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374A4-8031-004B-8E40-BFCD313F9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EF814-2999-2152-E245-C3674810E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57E07-B14B-46CF-888B-93AF49EAB67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5889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4B7E-1ACA-E120-AF99-DB4E924D9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WaveNet </a:t>
            </a:r>
            <a:r>
              <a:rPr lang="de-AT" b="1" dirty="0" err="1"/>
              <a:t>Mimarisi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D21E-29F5-CC49-BC80-4A3D410EA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 err="1"/>
              <a:t>Girdi</a:t>
            </a:r>
            <a:r>
              <a:rPr lang="de-AT" dirty="0"/>
              <a:t>: (32, 8)  =&gt; 32 </a:t>
            </a:r>
            <a:r>
              <a:rPr lang="de-AT" dirty="0" err="1"/>
              <a:t>örnek</a:t>
            </a:r>
            <a:r>
              <a:rPr lang="de-AT" dirty="0"/>
              <a:t>, 8 </a:t>
            </a:r>
            <a:r>
              <a:rPr lang="de-AT" dirty="0" err="1"/>
              <a:t>karakterlik</a:t>
            </a:r>
            <a:r>
              <a:rPr lang="de-AT" dirty="0"/>
              <a:t> </a:t>
            </a:r>
            <a:r>
              <a:rPr lang="de-AT" dirty="0" err="1"/>
              <a:t>bağlam</a:t>
            </a:r>
            <a:endParaRPr lang="de-AT" dirty="0"/>
          </a:p>
          <a:p>
            <a:pPr lvl="0"/>
            <a:r>
              <a:rPr lang="de-AT" dirty="0"/>
              <a:t>Embedding: her </a:t>
            </a:r>
            <a:r>
              <a:rPr lang="de-AT" dirty="0" err="1"/>
              <a:t>karakteri</a:t>
            </a:r>
            <a:r>
              <a:rPr lang="de-AT" dirty="0"/>
              <a:t> 24 </a:t>
            </a:r>
            <a:r>
              <a:rPr lang="de-AT" dirty="0" err="1"/>
              <a:t>sayılık</a:t>
            </a:r>
            <a:r>
              <a:rPr lang="de-AT" dirty="0"/>
              <a:t> </a:t>
            </a:r>
            <a:r>
              <a:rPr lang="de-AT" dirty="0" err="1"/>
              <a:t>vektöre</a:t>
            </a:r>
            <a:r>
              <a:rPr lang="de-AT" dirty="0"/>
              <a:t> </a:t>
            </a:r>
            <a:r>
              <a:rPr lang="de-AT" dirty="0" err="1"/>
              <a:t>çeviriyor</a:t>
            </a:r>
            <a:r>
              <a:rPr lang="de-AT" dirty="0"/>
              <a:t> → (32, 8, 24)</a:t>
            </a:r>
          </a:p>
          <a:p>
            <a:pPr lvl="0"/>
            <a:r>
              <a:rPr lang="de-AT" dirty="0" err="1"/>
              <a:t>FlattenConsecutive</a:t>
            </a:r>
            <a:r>
              <a:rPr lang="de-AT" dirty="0"/>
              <a:t>: </a:t>
            </a:r>
            <a:r>
              <a:rPr lang="de-AT" dirty="0" err="1"/>
              <a:t>karakterleri</a:t>
            </a:r>
            <a:r>
              <a:rPr lang="de-AT" dirty="0"/>
              <a:t> </a:t>
            </a:r>
            <a:r>
              <a:rPr lang="de-AT" dirty="0" err="1"/>
              <a:t>ikişer</a:t>
            </a:r>
            <a:r>
              <a:rPr lang="de-AT" dirty="0"/>
              <a:t> </a:t>
            </a:r>
            <a:r>
              <a:rPr lang="de-AT" dirty="0" err="1"/>
              <a:t>ikişer</a:t>
            </a:r>
            <a:r>
              <a:rPr lang="de-AT" dirty="0"/>
              <a:t> </a:t>
            </a:r>
            <a:r>
              <a:rPr lang="de-AT" dirty="0" err="1"/>
              <a:t>birleştiriyor</a:t>
            </a:r>
            <a:r>
              <a:rPr lang="de-AT" dirty="0"/>
              <a:t> (8→4→2→1), her </a:t>
            </a:r>
            <a:r>
              <a:rPr lang="de-AT" dirty="0" err="1"/>
              <a:t>adımda</a:t>
            </a:r>
            <a:r>
              <a:rPr lang="de-AT" dirty="0"/>
              <a:t> </a:t>
            </a:r>
            <a:r>
              <a:rPr lang="de-AT" dirty="0" err="1"/>
              <a:t>Linear+BatchNorm+Tanh'tan</a:t>
            </a:r>
            <a:r>
              <a:rPr lang="de-AT" dirty="0"/>
              <a:t> </a:t>
            </a:r>
            <a:r>
              <a:rPr lang="de-AT" dirty="0" err="1"/>
              <a:t>geçiyor</a:t>
            </a:r>
            <a:endParaRPr lang="de-AT" dirty="0"/>
          </a:p>
          <a:p>
            <a:pPr lvl="0"/>
            <a:r>
              <a:rPr lang="de-AT" dirty="0" err="1"/>
              <a:t>Çıktı</a:t>
            </a:r>
            <a:r>
              <a:rPr lang="de-AT" dirty="0"/>
              <a:t>: (32, 27) =&gt; her </a:t>
            </a:r>
            <a:r>
              <a:rPr lang="de-AT" dirty="0" err="1"/>
              <a:t>karakter</a:t>
            </a:r>
            <a:r>
              <a:rPr lang="de-AT" dirty="0"/>
              <a:t> </a:t>
            </a:r>
            <a:r>
              <a:rPr lang="de-AT" dirty="0" err="1"/>
              <a:t>için</a:t>
            </a:r>
            <a:r>
              <a:rPr lang="de-AT" dirty="0"/>
              <a:t> </a:t>
            </a:r>
            <a:r>
              <a:rPr lang="de-AT" dirty="0" err="1"/>
              <a:t>ham</a:t>
            </a:r>
            <a:r>
              <a:rPr lang="de-AT" dirty="0"/>
              <a:t> skor (</a:t>
            </a:r>
            <a:r>
              <a:rPr lang="de-AT" dirty="0" err="1"/>
              <a:t>logit</a:t>
            </a:r>
            <a:r>
              <a:rPr lang="de-AT" dirty="0"/>
              <a:t>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40553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7373-3B48-E54C-8E2C-8C7DB687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b="1" dirty="0" err="1"/>
              <a:t>BatchNorm</a:t>
            </a:r>
            <a:r>
              <a:rPr lang="de-AT" b="1" dirty="0"/>
              <a:t> </a:t>
            </a:r>
            <a:r>
              <a:rPr lang="de-AT" b="1" dirty="0" err="1"/>
              <a:t>Hatası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46C61-AB5F-06D4-5D33-69CB48EF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BatchNorm1d, </a:t>
            </a:r>
            <a:r>
              <a:rPr lang="de-AT" dirty="0" err="1"/>
              <a:t>orijinal</a:t>
            </a:r>
            <a:r>
              <a:rPr lang="de-AT" dirty="0"/>
              <a:t> </a:t>
            </a:r>
            <a:r>
              <a:rPr lang="de-AT" dirty="0" err="1"/>
              <a:t>halinde</a:t>
            </a:r>
            <a:r>
              <a:rPr lang="de-AT" dirty="0"/>
              <a:t> 2 </a:t>
            </a:r>
            <a:r>
              <a:rPr lang="de-AT" dirty="0" err="1"/>
              <a:t>boyutlu</a:t>
            </a:r>
            <a:r>
              <a:rPr lang="de-AT" dirty="0"/>
              <a:t> </a:t>
            </a:r>
            <a:r>
              <a:rPr lang="de-AT" dirty="0" err="1"/>
              <a:t>girdi</a:t>
            </a:r>
            <a:r>
              <a:rPr lang="de-AT" dirty="0"/>
              <a:t> (</a:t>
            </a:r>
            <a:r>
              <a:rPr lang="de-AT" dirty="0" err="1"/>
              <a:t>batch</a:t>
            </a:r>
            <a:r>
              <a:rPr lang="de-AT" dirty="0"/>
              <a:t>, </a:t>
            </a:r>
            <a:r>
              <a:rPr lang="de-AT" dirty="0" err="1"/>
              <a:t>channel</a:t>
            </a:r>
            <a:r>
              <a:rPr lang="de-AT" dirty="0"/>
              <a:t>) </a:t>
            </a:r>
            <a:r>
              <a:rPr lang="de-AT" dirty="0" err="1"/>
              <a:t>bekliyordu</a:t>
            </a:r>
            <a:endParaRPr lang="de-AT" dirty="0"/>
          </a:p>
          <a:p>
            <a:pPr lvl="0"/>
            <a:r>
              <a:rPr lang="de-AT" dirty="0" err="1"/>
              <a:t>WaveNet'te</a:t>
            </a:r>
            <a:r>
              <a:rPr lang="de-AT" dirty="0"/>
              <a:t> </a:t>
            </a:r>
            <a:r>
              <a:rPr lang="de-AT" dirty="0" err="1"/>
              <a:t>katmanlar</a:t>
            </a:r>
            <a:r>
              <a:rPr lang="de-AT" dirty="0"/>
              <a:t> </a:t>
            </a:r>
            <a:r>
              <a:rPr lang="de-AT" dirty="0" err="1"/>
              <a:t>arası</a:t>
            </a:r>
            <a:r>
              <a:rPr lang="de-AT" dirty="0"/>
              <a:t> </a:t>
            </a:r>
            <a:r>
              <a:rPr lang="de-AT" dirty="0" err="1"/>
              <a:t>tensörler</a:t>
            </a:r>
            <a:r>
              <a:rPr lang="de-AT" dirty="0"/>
              <a:t> 3 </a:t>
            </a:r>
            <a:r>
              <a:rPr lang="de-AT" dirty="0" err="1"/>
              <a:t>boyutlu</a:t>
            </a:r>
            <a:r>
              <a:rPr lang="de-AT" dirty="0"/>
              <a:t> (</a:t>
            </a:r>
            <a:r>
              <a:rPr lang="de-AT" dirty="0" err="1"/>
              <a:t>batch</a:t>
            </a:r>
            <a:r>
              <a:rPr lang="de-AT" dirty="0"/>
              <a:t>, </a:t>
            </a:r>
            <a:r>
              <a:rPr lang="de-AT" dirty="0" err="1"/>
              <a:t>grup</a:t>
            </a:r>
            <a:r>
              <a:rPr lang="de-AT" dirty="0"/>
              <a:t>, </a:t>
            </a:r>
            <a:r>
              <a:rPr lang="de-AT" dirty="0" err="1"/>
              <a:t>channel</a:t>
            </a:r>
            <a:r>
              <a:rPr lang="de-AT" dirty="0"/>
              <a:t>)</a:t>
            </a:r>
          </a:p>
          <a:p>
            <a:pPr lvl="0"/>
            <a:r>
              <a:rPr lang="de-AT" dirty="0" err="1"/>
              <a:t>Ortalama</a:t>
            </a:r>
            <a:r>
              <a:rPr lang="de-AT" dirty="0"/>
              <a:t> </a:t>
            </a:r>
            <a:r>
              <a:rPr lang="de-AT" dirty="0" err="1"/>
              <a:t>yanlış</a:t>
            </a:r>
            <a:r>
              <a:rPr lang="de-AT" dirty="0"/>
              <a:t> </a:t>
            </a:r>
            <a:r>
              <a:rPr lang="de-AT" dirty="0" err="1"/>
              <a:t>eksende</a:t>
            </a:r>
            <a:r>
              <a:rPr lang="de-AT" dirty="0"/>
              <a:t> </a:t>
            </a:r>
            <a:r>
              <a:rPr lang="de-AT" dirty="0" err="1"/>
              <a:t>alınınca</a:t>
            </a:r>
            <a:r>
              <a:rPr lang="de-AT" dirty="0"/>
              <a:t> </a:t>
            </a:r>
            <a:r>
              <a:rPr lang="de-AT" dirty="0" err="1"/>
              <a:t>shape</a:t>
            </a:r>
            <a:r>
              <a:rPr lang="de-AT" dirty="0"/>
              <a:t> </a:t>
            </a:r>
            <a:r>
              <a:rPr lang="de-AT" dirty="0" err="1"/>
              <a:t>uyuşmazlığı</a:t>
            </a:r>
            <a:r>
              <a:rPr lang="de-AT" dirty="0"/>
              <a:t> / </a:t>
            </a:r>
            <a:r>
              <a:rPr lang="de-AT" dirty="0" err="1"/>
              <a:t>hata</a:t>
            </a:r>
            <a:r>
              <a:rPr lang="de-AT" dirty="0"/>
              <a:t> </a:t>
            </a:r>
            <a:r>
              <a:rPr lang="de-AT" dirty="0" err="1"/>
              <a:t>oluştu</a:t>
            </a:r>
            <a:endParaRPr lang="de-AT" dirty="0"/>
          </a:p>
          <a:p>
            <a:pPr lvl="0"/>
            <a:r>
              <a:rPr lang="de-AT" dirty="0" err="1"/>
              <a:t>Çözüm</a:t>
            </a:r>
            <a:r>
              <a:rPr lang="de-AT" dirty="0"/>
              <a:t>: </a:t>
            </a:r>
            <a:r>
              <a:rPr lang="de-AT" dirty="0" err="1"/>
              <a:t>ortalamanın</a:t>
            </a:r>
            <a:r>
              <a:rPr lang="de-AT" dirty="0"/>
              <a:t> </a:t>
            </a:r>
            <a:r>
              <a:rPr lang="de-AT" dirty="0" err="1"/>
              <a:t>doğru</a:t>
            </a:r>
            <a:r>
              <a:rPr lang="de-AT" dirty="0"/>
              <a:t> </a:t>
            </a:r>
            <a:r>
              <a:rPr lang="de-AT" dirty="0" err="1"/>
              <a:t>eksenlerde</a:t>
            </a:r>
            <a:r>
              <a:rPr lang="de-AT" dirty="0"/>
              <a:t> </a:t>
            </a:r>
            <a:r>
              <a:rPr lang="de-AT" dirty="0" err="1"/>
              <a:t>alınacağı</a:t>
            </a:r>
            <a:r>
              <a:rPr lang="de-AT" dirty="0"/>
              <a:t> </a:t>
            </a:r>
            <a:r>
              <a:rPr lang="de-AT" dirty="0" err="1"/>
              <a:t>şekilde</a:t>
            </a:r>
            <a:r>
              <a:rPr lang="de-AT" dirty="0"/>
              <a:t> </a:t>
            </a:r>
            <a:r>
              <a:rPr lang="de-AT" dirty="0" err="1"/>
              <a:t>düzeltildi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9608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F830-40D8-888E-498F-E1976883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err="1"/>
              <a:t>Karşılaştırma</a:t>
            </a:r>
            <a:r>
              <a:rPr lang="de-AT" b="1" dirty="0"/>
              <a:t> </a:t>
            </a:r>
            <a:r>
              <a:rPr lang="de-AT" b="1" dirty="0" err="1"/>
              <a:t>Tablosu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69B04-69EF-50DC-AF93-2ADC5BBCD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 err="1"/>
              <a:t>Bağlam</a:t>
            </a:r>
            <a:r>
              <a:rPr lang="de-AT" dirty="0"/>
              <a:t> 3, </a:t>
            </a:r>
            <a:r>
              <a:rPr lang="de-AT" dirty="0" err="1"/>
              <a:t>düz</a:t>
            </a:r>
            <a:r>
              <a:rPr lang="de-AT" dirty="0"/>
              <a:t> MLP: 18,297 </a:t>
            </a:r>
            <a:r>
              <a:rPr lang="de-AT" dirty="0" err="1"/>
              <a:t>parametre</a:t>
            </a:r>
            <a:r>
              <a:rPr lang="de-AT" dirty="0"/>
              <a:t> =&gt; </a:t>
            </a:r>
            <a:r>
              <a:rPr lang="de-AT" dirty="0" err="1"/>
              <a:t>val</a:t>
            </a:r>
            <a:r>
              <a:rPr lang="de-AT" dirty="0"/>
              <a:t> </a:t>
            </a:r>
            <a:r>
              <a:rPr lang="de-AT" dirty="0" err="1"/>
              <a:t>loss</a:t>
            </a:r>
            <a:r>
              <a:rPr lang="de-AT" dirty="0"/>
              <a:t> 2.0954</a:t>
            </a:r>
          </a:p>
          <a:p>
            <a:pPr lvl="0"/>
            <a:r>
              <a:rPr lang="de-AT" dirty="0" err="1"/>
              <a:t>Bağlam</a:t>
            </a:r>
            <a:r>
              <a:rPr lang="de-AT" dirty="0"/>
              <a:t> 8, </a:t>
            </a:r>
            <a:r>
              <a:rPr lang="de-AT" dirty="0" err="1"/>
              <a:t>düz</a:t>
            </a:r>
            <a:r>
              <a:rPr lang="de-AT" dirty="0"/>
              <a:t> MLP: 33,297 </a:t>
            </a:r>
            <a:r>
              <a:rPr lang="de-AT" dirty="0" err="1"/>
              <a:t>parametre</a:t>
            </a:r>
            <a:r>
              <a:rPr lang="de-AT" dirty="0"/>
              <a:t> =&gt; </a:t>
            </a:r>
            <a:r>
              <a:rPr lang="de-AT" dirty="0" err="1"/>
              <a:t>val</a:t>
            </a:r>
            <a:r>
              <a:rPr lang="de-AT" dirty="0"/>
              <a:t> </a:t>
            </a:r>
            <a:r>
              <a:rPr lang="de-AT" dirty="0" err="1"/>
              <a:t>loss</a:t>
            </a:r>
            <a:r>
              <a:rPr lang="de-AT" dirty="0"/>
              <a:t> 2.0072</a:t>
            </a:r>
          </a:p>
          <a:p>
            <a:pPr lvl="0"/>
            <a:r>
              <a:rPr lang="de-AT" dirty="0" err="1"/>
              <a:t>Bağlam</a:t>
            </a:r>
            <a:r>
              <a:rPr lang="de-AT" dirty="0"/>
              <a:t> 8, WaveNet: 76,963 </a:t>
            </a:r>
            <a:r>
              <a:rPr lang="de-AT" dirty="0" err="1"/>
              <a:t>parametre</a:t>
            </a:r>
            <a:r>
              <a:rPr lang="de-AT" dirty="0"/>
              <a:t> =&gt; </a:t>
            </a:r>
            <a:r>
              <a:rPr lang="de-AT" dirty="0" err="1"/>
              <a:t>val</a:t>
            </a:r>
            <a:r>
              <a:rPr lang="de-AT" dirty="0"/>
              <a:t> </a:t>
            </a:r>
            <a:r>
              <a:rPr lang="de-AT" dirty="0" err="1"/>
              <a:t>loss</a:t>
            </a:r>
            <a:r>
              <a:rPr lang="de-AT" dirty="0"/>
              <a:t> 1.9896</a:t>
            </a:r>
          </a:p>
          <a:p>
            <a:pPr lvl="0"/>
            <a:r>
              <a:rPr lang="de-AT" dirty="0" err="1"/>
              <a:t>Sonuç</a:t>
            </a:r>
            <a:r>
              <a:rPr lang="de-AT" dirty="0"/>
              <a:t>: </a:t>
            </a:r>
            <a:r>
              <a:rPr lang="de-AT" dirty="0" err="1"/>
              <a:t>bağlamı</a:t>
            </a:r>
            <a:r>
              <a:rPr lang="de-AT" dirty="0"/>
              <a:t> </a:t>
            </a:r>
            <a:r>
              <a:rPr lang="de-AT" dirty="0" err="1"/>
              <a:t>büyütmek</a:t>
            </a:r>
            <a:r>
              <a:rPr lang="de-AT" dirty="0"/>
              <a:t> </a:t>
            </a:r>
            <a:r>
              <a:rPr lang="de-AT" dirty="0" err="1"/>
              <a:t>tek</a:t>
            </a:r>
            <a:r>
              <a:rPr lang="de-AT" dirty="0"/>
              <a:t> </a:t>
            </a:r>
            <a:r>
              <a:rPr lang="de-AT" dirty="0" err="1"/>
              <a:t>başına</a:t>
            </a:r>
            <a:r>
              <a:rPr lang="de-AT" dirty="0"/>
              <a:t> en </a:t>
            </a:r>
            <a:r>
              <a:rPr lang="de-AT" dirty="0" err="1"/>
              <a:t>büyük</a:t>
            </a:r>
            <a:r>
              <a:rPr lang="de-AT" dirty="0"/>
              <a:t> </a:t>
            </a:r>
            <a:r>
              <a:rPr lang="de-AT" dirty="0" err="1"/>
              <a:t>kazancı</a:t>
            </a:r>
            <a:r>
              <a:rPr lang="de-AT" dirty="0"/>
              <a:t> </a:t>
            </a:r>
            <a:r>
              <a:rPr lang="de-AT" dirty="0" err="1"/>
              <a:t>verdi</a:t>
            </a:r>
            <a:r>
              <a:rPr lang="de-AT" dirty="0"/>
              <a:t>; WaveNet </a:t>
            </a:r>
            <a:r>
              <a:rPr lang="de-AT" dirty="0" err="1"/>
              <a:t>ek</a:t>
            </a:r>
            <a:r>
              <a:rPr lang="de-AT" dirty="0"/>
              <a:t> </a:t>
            </a:r>
            <a:r>
              <a:rPr lang="de-AT" dirty="0" err="1"/>
              <a:t>katkı</a:t>
            </a:r>
            <a:r>
              <a:rPr lang="de-AT" dirty="0"/>
              <a:t> </a:t>
            </a:r>
            <a:r>
              <a:rPr lang="de-AT" dirty="0" err="1"/>
              <a:t>sağladı</a:t>
            </a:r>
            <a:r>
              <a:rPr lang="de-AT" dirty="0"/>
              <a:t> </a:t>
            </a:r>
            <a:r>
              <a:rPr lang="de-AT" dirty="0" err="1"/>
              <a:t>ama</a:t>
            </a:r>
            <a:r>
              <a:rPr lang="de-AT" dirty="0"/>
              <a:t> </a:t>
            </a:r>
            <a:r>
              <a:rPr lang="de-AT" dirty="0" err="1"/>
              <a:t>daha</a:t>
            </a:r>
            <a:r>
              <a:rPr lang="de-AT" dirty="0"/>
              <a:t> </a:t>
            </a:r>
            <a:r>
              <a:rPr lang="de-AT" dirty="0" err="1"/>
              <a:t>mütevazı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07898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WaveNet Mimarisi</vt:lpstr>
      <vt:lpstr>BatchNorm Hatası</vt:lpstr>
      <vt:lpstr>Karşılaştırma Tablosu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Emre Camkerten</dc:creator>
  <cp:lastModifiedBy>Emre Camkerten</cp:lastModifiedBy>
  <cp:revision>1</cp:revision>
  <dcterms:created xsi:type="dcterms:W3CDTF">2026-09-27T07:21:20Z</dcterms:created>
  <dcterms:modified xsi:type="dcterms:W3CDTF">2026-09-27T07:26:11Z</dcterms:modified>
</cp:coreProperties>
</file>