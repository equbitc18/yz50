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B40C-C734-6E49-521F-7D0BF55D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2DEEB-13F8-03B2-3745-219F01C53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6DCB5-AF58-715B-DA5F-884B825C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1BF9-FF40-ABA1-B39A-06EFB0F7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E3E86-E89F-2092-9405-A5EE4CB6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877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D5A9-21CA-512D-A911-74BB122E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382B-70C3-9EE9-05A9-8444EA2BF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E236-1F7F-530D-D020-E96BF6F9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3CC0F-1B67-34B8-1594-9C5716AD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DE13-9FFE-CABD-EAC2-12CA20C3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193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6DCD-0FC1-F179-52DE-8839AD93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A72A2-44CA-88D9-9CDC-E26A21517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20DF-4F79-7867-CFA7-82CDE5BD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19AD8-ED69-2548-0E48-A17DC39D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92E40-242C-8642-AFD3-11115F25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007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91A2-AA15-EC35-07C6-EB02F2D5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7E6D-074C-1C6A-384D-F62CA6F43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0AA90-F47F-06A7-0935-12B2A446E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59C83-9037-D046-FEC8-BB3F3890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9E6DE-525C-65EA-64F8-8E15D56E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2BD03-959B-E443-F3B5-9053945B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619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4262-EABC-F43D-CDA2-0FEB4688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4A556-05DD-1424-A8E5-A324D235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4B84E-C443-B939-C021-9ABF4F9B7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452BE-8418-5D18-8F63-44E6BBA8E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B85CE-1FEF-6E5D-A920-FB626D663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75780-4ECC-116F-EFA8-DD612151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EE08C-6CAA-B2B4-CD6B-28282C9E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8815FB-5806-1FBB-9878-E359C983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16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6CC5-677D-64BA-DEFD-E18FF404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EE432-1291-615A-A517-7F2F03D0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4EAE9-5E4B-3C2E-5D4C-8FC7A486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EE939-AC95-F6B5-87FD-27E5ABB2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8428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2B6D3-987E-16DD-CE72-A46C4DBF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ED253-5397-7A2F-5E30-9E627500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C49D2-5B2F-03D9-A564-D4B76E5E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0061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3B9F-6E36-CCEB-C5DF-4C6A3618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4912-12A3-A92A-6AAA-3303B0F5B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2E48A-8DEB-2074-23F2-710A6750E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A406-E53E-3492-2199-017536E1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3F8ED-7798-889C-D303-A838E8A4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B0C54-F0C5-8E93-FF1C-A9A32AD0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4714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46B8-4947-0AE6-A202-B5FB4724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DF4F8-8DF4-2A55-8878-4169BA5EC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44821-53F4-AFF6-F301-7B41196C0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C2C3F-2E50-C56D-9E03-A186CB18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27C32-5363-50AA-FC0A-8DD4CC4B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54B12-9D62-5F85-D3E9-4B5EE9D6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10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042C-E0B7-9E87-CA15-279EEDDA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7E3A1-606A-01C5-9ED9-79A2A3B67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156C9-CBA0-4048-87F6-C7E36057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4D045-96C5-F789-A274-4F90C9E6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C7AF-5265-A6E4-36D1-E933860C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558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167277-6F4B-8C0A-1914-58C2BF929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7F139-8241-D292-2E21-16CED6363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0FF86-1D9A-3C6D-1072-D7B25640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0FCA-8411-4774-C578-301EA39D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3FB4-0F4A-2B19-5EC3-E540E920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881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BE8AA-E7D7-0ECA-434F-2E967337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2060A-0095-98B7-07A7-F0676A6B0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2386D-1114-9950-C122-C31F2AF3A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E00FB-C37F-48D4-A15D-8ABADAC38809}" type="datetimeFigureOut">
              <a:rPr lang="de-AT" smtClean="0"/>
              <a:t>13.09.2026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1D95F-DA15-4BB6-A7F7-DEEC59B36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89A64-2A50-0029-0AB9-8C91033A5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1E812-0ECE-41E7-8B3D-02B92C3568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775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AF81-D7C1-02AA-D44F-57B90AA5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Veri </a:t>
            </a:r>
            <a:r>
              <a:rPr lang="de-AT" b="1" dirty="0" err="1"/>
              <a:t>ve</a:t>
            </a:r>
            <a:r>
              <a:rPr lang="de-AT" b="1" dirty="0"/>
              <a:t> Model </a:t>
            </a:r>
            <a:r>
              <a:rPr lang="de-AT" b="1" dirty="0" err="1"/>
              <a:t>Hazırlığı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3B6B-3D89-C905-6916-07AA33B68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Türkçe</a:t>
            </a:r>
            <a:r>
              <a:rPr lang="de-AT" dirty="0"/>
              <a:t> </a:t>
            </a:r>
            <a:r>
              <a:rPr lang="de-AT" dirty="0" err="1"/>
              <a:t>isim</a:t>
            </a:r>
            <a:r>
              <a:rPr lang="de-AT" dirty="0"/>
              <a:t> </a:t>
            </a:r>
            <a:r>
              <a:rPr lang="de-AT" dirty="0" err="1"/>
              <a:t>veri</a:t>
            </a:r>
            <a:r>
              <a:rPr lang="de-AT" dirty="0"/>
              <a:t> </a:t>
            </a:r>
            <a:r>
              <a:rPr lang="de-AT" dirty="0" err="1"/>
              <a:t>seti</a:t>
            </a:r>
            <a:r>
              <a:rPr lang="de-AT" dirty="0"/>
              <a:t> </a:t>
            </a:r>
            <a:r>
              <a:rPr lang="de-AT" dirty="0" err="1"/>
              <a:t>kullanıldı</a:t>
            </a:r>
            <a:r>
              <a:rPr lang="de-AT" dirty="0"/>
              <a:t> (isimler.txt, 30.000 </a:t>
            </a:r>
            <a:r>
              <a:rPr lang="de-AT" dirty="0" err="1"/>
              <a:t>isim</a:t>
            </a:r>
            <a:r>
              <a:rPr lang="de-AT" dirty="0"/>
              <a:t>)</a:t>
            </a:r>
          </a:p>
          <a:p>
            <a:pPr lvl="0"/>
            <a:r>
              <a:rPr lang="de-AT" dirty="0" err="1"/>
              <a:t>Vocab</a:t>
            </a:r>
            <a:r>
              <a:rPr lang="de-AT" dirty="0"/>
              <a:t>, </a:t>
            </a:r>
            <a:r>
              <a:rPr lang="de-AT" dirty="0" err="1"/>
              <a:t>Türkçe</a:t>
            </a:r>
            <a:r>
              <a:rPr lang="de-AT" dirty="0"/>
              <a:t> </a:t>
            </a:r>
            <a:r>
              <a:rPr lang="de-AT" dirty="0" err="1"/>
              <a:t>karakterleri</a:t>
            </a:r>
            <a:r>
              <a:rPr lang="de-AT" dirty="0"/>
              <a:t> (ç, ö, ü, ğ, ı, ş, â) </a:t>
            </a:r>
            <a:r>
              <a:rPr lang="de-AT" dirty="0" err="1"/>
              <a:t>kapsayacak</a:t>
            </a:r>
            <a:r>
              <a:rPr lang="de-AT" dirty="0"/>
              <a:t> </a:t>
            </a:r>
            <a:r>
              <a:rPr lang="de-AT" dirty="0" err="1"/>
              <a:t>şekilde</a:t>
            </a:r>
            <a:r>
              <a:rPr lang="de-AT" dirty="0"/>
              <a:t> </a:t>
            </a:r>
            <a:r>
              <a:rPr lang="de-AT" dirty="0" err="1"/>
              <a:t>genişletildi</a:t>
            </a:r>
            <a:endParaRPr lang="de-AT" dirty="0"/>
          </a:p>
          <a:p>
            <a:pPr lvl="0"/>
            <a:r>
              <a:rPr lang="de-AT" dirty="0" err="1"/>
              <a:t>Ağırlık</a:t>
            </a:r>
            <a:r>
              <a:rPr lang="de-AT" dirty="0"/>
              <a:t> </a:t>
            </a:r>
            <a:r>
              <a:rPr lang="de-AT" dirty="0" err="1"/>
              <a:t>başlatması</a:t>
            </a:r>
            <a:r>
              <a:rPr lang="de-AT" dirty="0"/>
              <a:t> </a:t>
            </a:r>
            <a:r>
              <a:rPr lang="de-AT" dirty="0" err="1"/>
              <a:t>iyileştirildi</a:t>
            </a:r>
            <a:r>
              <a:rPr lang="de-AT" dirty="0"/>
              <a:t> (W1, W2, b2)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5639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01C0-38E6-84D4-187B-0C6A4598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Batch </a:t>
            </a:r>
            <a:r>
              <a:rPr lang="de-AT" b="1" dirty="0" err="1"/>
              <a:t>Normalization</a:t>
            </a:r>
            <a:r>
              <a:rPr lang="de-AT" b="1" dirty="0"/>
              <a:t> </a:t>
            </a:r>
            <a:r>
              <a:rPr lang="de-AT" b="1" dirty="0" err="1"/>
              <a:t>ve</a:t>
            </a:r>
            <a:r>
              <a:rPr lang="de-AT" b="1" dirty="0"/>
              <a:t> </a:t>
            </a:r>
            <a:r>
              <a:rPr lang="de-AT" b="1" dirty="0" err="1"/>
              <a:t>Eğitim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A4C17-AA3C-DA6A-BA3D-2ACEE91DF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Modele Batch </a:t>
            </a:r>
            <a:r>
              <a:rPr lang="de-AT" dirty="0" err="1"/>
              <a:t>Normalization</a:t>
            </a:r>
            <a:r>
              <a:rPr lang="de-AT" dirty="0"/>
              <a:t> </a:t>
            </a:r>
            <a:r>
              <a:rPr lang="de-AT" dirty="0" err="1"/>
              <a:t>eklendi</a:t>
            </a:r>
            <a:endParaRPr lang="de-AT" dirty="0"/>
          </a:p>
          <a:p>
            <a:pPr lvl="0"/>
            <a:r>
              <a:rPr lang="de-AT" dirty="0"/>
              <a:t>100.000 </a:t>
            </a:r>
            <a:r>
              <a:rPr lang="de-AT" dirty="0" err="1"/>
              <a:t>adım</a:t>
            </a:r>
            <a:r>
              <a:rPr lang="de-AT" dirty="0"/>
              <a:t> </a:t>
            </a:r>
            <a:r>
              <a:rPr lang="de-AT" dirty="0" err="1"/>
              <a:t>eğitim</a:t>
            </a:r>
            <a:r>
              <a:rPr lang="de-AT" dirty="0"/>
              <a:t> </a:t>
            </a:r>
            <a:r>
              <a:rPr lang="de-AT" dirty="0" err="1"/>
              <a:t>yapıldı</a:t>
            </a:r>
            <a:endParaRPr lang="de-AT" dirty="0"/>
          </a:p>
          <a:p>
            <a:pPr lvl="0"/>
            <a:r>
              <a:rPr lang="de-AT" dirty="0"/>
              <a:t>Loss, 3.45'ten ~1.0-1.2 </a:t>
            </a:r>
            <a:r>
              <a:rPr lang="de-AT" dirty="0" err="1"/>
              <a:t>bandına</a:t>
            </a:r>
            <a:r>
              <a:rPr lang="de-AT" dirty="0"/>
              <a:t> </a:t>
            </a:r>
            <a:r>
              <a:rPr lang="de-AT" dirty="0" err="1"/>
              <a:t>düştü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412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B4BB-97CD-8BFB-D1CD-BD258264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/>
              <a:t>Sonuçlar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50DD-D04B-3B35-DC40-214A569CF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Train/</a:t>
            </a:r>
            <a:r>
              <a:rPr lang="de-AT" dirty="0" err="1"/>
              <a:t>val</a:t>
            </a:r>
            <a:r>
              <a:rPr lang="de-AT" dirty="0"/>
              <a:t> </a:t>
            </a:r>
            <a:r>
              <a:rPr lang="de-AT" dirty="0" err="1"/>
              <a:t>loss</a:t>
            </a:r>
            <a:r>
              <a:rPr lang="de-AT" dirty="0"/>
              <a:t> </a:t>
            </a:r>
            <a:r>
              <a:rPr lang="de-AT" dirty="0" err="1"/>
              <a:t>ayrı</a:t>
            </a:r>
            <a:r>
              <a:rPr lang="de-AT" dirty="0"/>
              <a:t> </a:t>
            </a:r>
            <a:r>
              <a:rPr lang="de-AT" dirty="0" err="1"/>
              <a:t>ölçüldü</a:t>
            </a:r>
            <a:r>
              <a:rPr lang="de-AT" dirty="0"/>
              <a:t>: 1.64 / 1.69</a:t>
            </a:r>
          </a:p>
          <a:p>
            <a:pPr lvl="0"/>
            <a:r>
              <a:rPr lang="de-AT" dirty="0" err="1"/>
              <a:t>Eğitilmiş</a:t>
            </a:r>
            <a:r>
              <a:rPr lang="de-AT" dirty="0"/>
              <a:t> </a:t>
            </a:r>
            <a:r>
              <a:rPr lang="de-AT" dirty="0" err="1"/>
              <a:t>modelden</a:t>
            </a:r>
            <a:r>
              <a:rPr lang="de-AT" dirty="0"/>
              <a:t> </a:t>
            </a:r>
            <a:r>
              <a:rPr lang="de-AT" dirty="0" err="1"/>
              <a:t>yeni</a:t>
            </a:r>
            <a:r>
              <a:rPr lang="de-AT" dirty="0"/>
              <a:t> </a:t>
            </a:r>
            <a:r>
              <a:rPr lang="de-AT" dirty="0" err="1"/>
              <a:t>Türkçe</a:t>
            </a:r>
            <a:r>
              <a:rPr lang="de-AT" dirty="0"/>
              <a:t> </a:t>
            </a:r>
            <a:r>
              <a:rPr lang="de-AT" dirty="0" err="1"/>
              <a:t>isimler</a:t>
            </a:r>
            <a:r>
              <a:rPr lang="de-AT" dirty="0"/>
              <a:t> </a:t>
            </a:r>
            <a:r>
              <a:rPr lang="de-AT" dirty="0" err="1"/>
              <a:t>üretildi</a:t>
            </a:r>
            <a:endParaRPr lang="de-AT" dirty="0"/>
          </a:p>
          <a:p>
            <a:pPr lvl="0"/>
            <a:r>
              <a:rPr lang="de-AT" dirty="0" err="1"/>
              <a:t>Bazı</a:t>
            </a:r>
            <a:r>
              <a:rPr lang="de-AT" dirty="0"/>
              <a:t> </a:t>
            </a:r>
            <a:r>
              <a:rPr lang="de-AT" dirty="0" err="1"/>
              <a:t>üretimler</a:t>
            </a:r>
            <a:r>
              <a:rPr lang="de-AT" dirty="0"/>
              <a:t> </a:t>
            </a:r>
            <a:r>
              <a:rPr lang="de-AT" dirty="0" err="1"/>
              <a:t>başarılı</a:t>
            </a:r>
            <a:r>
              <a:rPr lang="de-AT" dirty="0"/>
              <a:t>: </a:t>
            </a:r>
            <a:r>
              <a:rPr lang="de-AT" dirty="0" err="1"/>
              <a:t>yusuf</a:t>
            </a:r>
            <a:r>
              <a:rPr lang="de-AT" dirty="0"/>
              <a:t>, </a:t>
            </a:r>
            <a:r>
              <a:rPr lang="de-AT" dirty="0" err="1"/>
              <a:t>kadır</a:t>
            </a:r>
            <a:r>
              <a:rPr lang="de-AT" dirty="0"/>
              <a:t>, </a:t>
            </a:r>
            <a:r>
              <a:rPr lang="de-AT" dirty="0" err="1"/>
              <a:t>aydın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1207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Veri ve Model Hazırlığı</vt:lpstr>
      <vt:lpstr>Batch Normalization ve Eğitim</vt:lpstr>
      <vt:lpstr>Sonuçlar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Camkerten</dc:creator>
  <cp:lastModifiedBy>Emre Camkerten</cp:lastModifiedBy>
  <cp:revision>1</cp:revision>
  <dcterms:created xsi:type="dcterms:W3CDTF">2026-09-13T07:47:06Z</dcterms:created>
  <dcterms:modified xsi:type="dcterms:W3CDTF">2026-09-13T07:49:03Z</dcterms:modified>
</cp:coreProperties>
</file>