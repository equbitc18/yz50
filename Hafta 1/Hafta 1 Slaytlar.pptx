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B9AC-8C41-6D28-048A-83B527479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D8A24-C60B-DDC8-D00C-978427733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D5A52-6A1A-BCDC-1123-F893963D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F509-1F60-A54B-10CB-3EA566CE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BCD36-9148-5895-9D84-5895F369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06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4604-BD65-066B-2CB3-21A75D08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991E-29A4-83E2-DE28-A9393AA55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2DFE5-E1CB-5934-EDE7-8A7ACFF5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76398-B025-8447-3056-C1560CDF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2A5D-CCFA-4D81-FCD8-9277DCA6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1650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4FD45-87AF-0467-A1F6-ECC09ACB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368DC-79FC-29E9-3DCF-08AFA35B0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91C78-2ACA-12E0-26FD-8B8FB559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F183A-D574-9117-5540-452DE509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8722B-B2B6-DFF9-F206-6500F14F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185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8323-26FC-6932-81DB-43D59B1A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28E6-0AA0-8652-6D47-43DD93AFE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67AE2-5638-0CF3-393F-1822BA533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5C9BF-E8EA-28A4-EFA1-DC489D83E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D6A71-8F32-EF0F-1933-36DDA0D8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2D106-C76D-9E1F-8EC1-545BC005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541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692F-8B1B-3EB2-7C26-1A45C712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707E6-C660-CD20-F074-DACAFD16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5B6CA-CCFD-C31D-6D2D-2FDDF2434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84C96-50C1-A9AF-6414-E46799A25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8C267-F02F-4B74-F176-B07DB87C9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E22F6-B729-3D28-F9D6-70DB835B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20DB9-FA25-8A82-5EE7-6B3A3CB6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66F7C-D664-4723-56D5-11F341A3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421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5672-DFED-5A2A-D79C-DB30C949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68067-D410-7538-5B18-E9D0DF08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5F238-EE2F-8A4D-6FE5-AA780D35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DE830-E7C2-256B-5943-341D1316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387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05CCE-125D-0EF3-3E9E-65FCC491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477B2-6577-DC8C-9716-0819AF5A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B4658-90D5-51E6-F5DD-85A443EA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2122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DF75-A617-D033-BCB6-C4D8447B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9ABA-DD25-E1E8-12C0-BEDB137C7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BB858-7AC6-7303-B4F7-EF70C3BAC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793A5-2180-499D-535F-7E0E092A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4CE47-A7E5-E433-3557-89953B9E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ACE9F-3F27-461E-DD4A-0EF9886A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626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96F6-E60A-CCD7-4B46-65BCA309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70B743-1F90-568F-6520-380FE06F2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01A52-7F68-B6A8-9423-EF0676812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45CD6-13B5-76F8-1695-642EAB98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3AD31-BF39-8E87-3D4E-2D050199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94797-3A05-398B-2097-8582005E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187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D199-316B-8564-15CC-BDA83291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82A90-915F-6749-255F-FE141560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37A3D-2BBA-BB7D-AD51-6DE37034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A4CDF-B684-34D9-E2B2-AB2BC639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00813-2C48-51BF-065E-9E3DFC7F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863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0F6F3-3ABF-8323-0A03-15F7B766A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3F5F5-CDFE-7170-67A0-F8B7B6DB6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6355A-3978-C2A4-A36C-38DB1A73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4B79D-EE3D-5424-381E-E04A1145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D8DB6-D098-CD7E-E63C-CF576EC4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094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460E5-2C3B-ECBB-55A0-C3E3101B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38F98-F91F-A2DA-C518-D37AE6C75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9130-AB0D-11ED-9C2E-8078E353D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475E1-505A-4C4D-BBC3-34103A348DCC}" type="datetimeFigureOut">
              <a:rPr lang="de-AT" smtClean="0"/>
              <a:t>20.08.2026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BC7AF-3857-4C8A-B5CC-6E3366C97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D8E44-2FFB-4BD0-559E-A121BE604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3D0E-1A4D-4EB2-B8B2-FBB95A90E0D3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548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F617-06F4-5C64-E545-ED14E093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Tek </a:t>
            </a:r>
            <a:r>
              <a:rPr lang="de-AT" b="1" dirty="0" err="1"/>
              <a:t>Nöron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DD4B-9AC4-168B-F948-8B5D7A3D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784 </a:t>
            </a:r>
            <a:r>
              <a:rPr lang="de-AT" dirty="0" err="1"/>
              <a:t>piksel</a:t>
            </a:r>
            <a:r>
              <a:rPr lang="de-AT" dirty="0"/>
              <a:t> </a:t>
            </a:r>
            <a:r>
              <a:rPr lang="de-AT" dirty="0" err="1"/>
              <a:t>girişini</a:t>
            </a:r>
            <a:r>
              <a:rPr lang="de-AT" dirty="0"/>
              <a:t> </a:t>
            </a:r>
            <a:r>
              <a:rPr lang="de-AT" dirty="0" err="1"/>
              <a:t>aldım</a:t>
            </a:r>
            <a:endParaRPr lang="de-AT" dirty="0"/>
          </a:p>
          <a:p>
            <a:pPr lvl="0"/>
            <a:r>
              <a:rPr lang="de-AT" dirty="0" err="1"/>
              <a:t>Ağırlık</a:t>
            </a:r>
            <a:r>
              <a:rPr lang="de-AT" dirty="0"/>
              <a:t> + </a:t>
            </a:r>
            <a:r>
              <a:rPr lang="de-AT" dirty="0" err="1"/>
              <a:t>bias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ağırlıklı</a:t>
            </a:r>
            <a:r>
              <a:rPr lang="de-AT" dirty="0"/>
              <a:t> </a:t>
            </a:r>
            <a:r>
              <a:rPr lang="de-AT" dirty="0" err="1"/>
              <a:t>toplam</a:t>
            </a:r>
            <a:r>
              <a:rPr lang="de-AT" dirty="0"/>
              <a:t> </a:t>
            </a:r>
            <a:r>
              <a:rPr lang="de-AT" dirty="0" err="1"/>
              <a:t>hesapladım</a:t>
            </a:r>
            <a:endParaRPr lang="de-AT" dirty="0"/>
          </a:p>
          <a:p>
            <a:pPr lvl="0"/>
            <a:r>
              <a:rPr lang="de-AT" dirty="0" err="1"/>
              <a:t>ReLU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aktivasyona</a:t>
            </a:r>
            <a:r>
              <a:rPr lang="de-AT" dirty="0"/>
              <a:t> </a:t>
            </a:r>
            <a:r>
              <a:rPr lang="de-AT" dirty="0" err="1"/>
              <a:t>çevirdim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3442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207F-89CC-293F-E37F-020FA9FA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6B80-2A26-D534-5FC4-B112134C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Tam </a:t>
            </a:r>
            <a:r>
              <a:rPr lang="de-AT" b="1" dirty="0" err="1"/>
              <a:t>Katman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FA0ED-5DAC-3769-D05F-00844C96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10 </a:t>
            </a:r>
            <a:r>
              <a:rPr lang="de-AT" dirty="0" err="1"/>
              <a:t>nöron</a:t>
            </a:r>
            <a:r>
              <a:rPr lang="de-AT" dirty="0"/>
              <a:t> </a:t>
            </a:r>
            <a:r>
              <a:rPr lang="de-AT" dirty="0" err="1"/>
              <a:t>için</a:t>
            </a:r>
            <a:r>
              <a:rPr lang="de-AT" dirty="0"/>
              <a:t> W (10,784) </a:t>
            </a:r>
            <a:r>
              <a:rPr lang="de-AT" dirty="0" err="1"/>
              <a:t>ve</a:t>
            </a:r>
            <a:r>
              <a:rPr lang="de-AT" dirty="0"/>
              <a:t> b (10,) </a:t>
            </a:r>
            <a:r>
              <a:rPr lang="de-AT" dirty="0" err="1"/>
              <a:t>tanımladım</a:t>
            </a:r>
            <a:endParaRPr lang="de-AT" dirty="0"/>
          </a:p>
          <a:p>
            <a:pPr lvl="0"/>
            <a:r>
              <a:rPr lang="de-AT" dirty="0" err="1"/>
              <a:t>W·x</a:t>
            </a:r>
            <a:r>
              <a:rPr lang="de-AT" dirty="0"/>
              <a:t> + b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tüm</a:t>
            </a:r>
            <a:r>
              <a:rPr lang="de-AT" dirty="0"/>
              <a:t> </a:t>
            </a:r>
            <a:r>
              <a:rPr lang="de-AT" dirty="0" err="1"/>
              <a:t>katmanı</a:t>
            </a:r>
            <a:r>
              <a:rPr lang="de-AT" dirty="0"/>
              <a:t> </a:t>
            </a:r>
            <a:r>
              <a:rPr lang="de-AT" dirty="0" err="1"/>
              <a:t>tek</a:t>
            </a:r>
            <a:r>
              <a:rPr lang="de-AT" dirty="0"/>
              <a:t> </a:t>
            </a:r>
            <a:r>
              <a:rPr lang="de-AT" dirty="0" err="1"/>
              <a:t>seferde</a:t>
            </a:r>
            <a:r>
              <a:rPr lang="de-AT" dirty="0"/>
              <a:t> </a:t>
            </a:r>
            <a:r>
              <a:rPr lang="de-AT" dirty="0" err="1"/>
              <a:t>hesapladım</a:t>
            </a:r>
            <a:endParaRPr lang="de-AT" dirty="0"/>
          </a:p>
          <a:p>
            <a:pPr lvl="0"/>
            <a:r>
              <a:rPr lang="de-AT" dirty="0" err="1"/>
              <a:t>forward_pass</a:t>
            </a:r>
            <a:r>
              <a:rPr lang="de-AT" dirty="0"/>
              <a:t> </a:t>
            </a:r>
            <a:r>
              <a:rPr lang="de-AT" dirty="0" err="1"/>
              <a:t>fonksiyonunu</a:t>
            </a:r>
            <a:r>
              <a:rPr lang="de-AT" dirty="0"/>
              <a:t> </a:t>
            </a:r>
            <a:r>
              <a:rPr lang="de-AT" dirty="0" err="1"/>
              <a:t>yazdım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4441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6325-9554-2906-7BE7-855FB3D8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Gradient Descent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35FF-6DE4-1CBC-FE0A-968103B6D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Her </a:t>
            </a:r>
            <a:r>
              <a:rPr lang="de-AT" dirty="0" err="1"/>
              <a:t>ağırlık</a:t>
            </a:r>
            <a:r>
              <a:rPr lang="de-AT" dirty="0"/>
              <a:t> </a:t>
            </a:r>
            <a:r>
              <a:rPr lang="de-AT" dirty="0" err="1"/>
              <a:t>ve</a:t>
            </a:r>
            <a:r>
              <a:rPr lang="de-AT" dirty="0"/>
              <a:t> </a:t>
            </a:r>
            <a:r>
              <a:rPr lang="de-AT" dirty="0" err="1"/>
              <a:t>bias</a:t>
            </a:r>
            <a:r>
              <a:rPr lang="de-AT" dirty="0"/>
              <a:t> </a:t>
            </a:r>
            <a:r>
              <a:rPr lang="de-AT" dirty="0" err="1"/>
              <a:t>için</a:t>
            </a:r>
            <a:r>
              <a:rPr lang="de-AT" dirty="0"/>
              <a:t> </a:t>
            </a:r>
            <a:r>
              <a:rPr lang="de-AT" dirty="0" err="1"/>
              <a:t>sayısal</a:t>
            </a:r>
            <a:r>
              <a:rPr lang="de-AT" dirty="0"/>
              <a:t> </a:t>
            </a:r>
            <a:r>
              <a:rPr lang="de-AT" dirty="0" err="1"/>
              <a:t>türev</a:t>
            </a:r>
            <a:r>
              <a:rPr lang="de-AT" dirty="0"/>
              <a:t> </a:t>
            </a:r>
            <a:r>
              <a:rPr lang="de-AT" dirty="0" err="1"/>
              <a:t>hesapladım</a:t>
            </a:r>
            <a:r>
              <a:rPr lang="de-AT" dirty="0"/>
              <a:t> (</a:t>
            </a:r>
            <a:r>
              <a:rPr lang="de-AT" dirty="0" err="1"/>
              <a:t>nudge</a:t>
            </a:r>
            <a:r>
              <a:rPr lang="de-AT" dirty="0"/>
              <a:t> → </a:t>
            </a:r>
            <a:r>
              <a:rPr lang="de-AT" dirty="0" err="1"/>
              <a:t>loss</a:t>
            </a:r>
            <a:r>
              <a:rPr lang="de-AT" dirty="0"/>
              <a:t> </a:t>
            </a:r>
            <a:r>
              <a:rPr lang="de-AT" dirty="0" err="1"/>
              <a:t>farkı</a:t>
            </a:r>
            <a:r>
              <a:rPr lang="de-AT" dirty="0"/>
              <a:t>)</a:t>
            </a:r>
          </a:p>
          <a:p>
            <a:pPr lvl="0"/>
            <a:r>
              <a:rPr lang="de-AT" dirty="0" err="1"/>
              <a:t>Gradyanlarla</a:t>
            </a:r>
            <a:r>
              <a:rPr lang="de-AT" dirty="0"/>
              <a:t> </a:t>
            </a:r>
            <a:r>
              <a:rPr lang="de-AT" dirty="0" err="1"/>
              <a:t>parametreleri</a:t>
            </a:r>
            <a:r>
              <a:rPr lang="de-AT" dirty="0"/>
              <a:t> </a:t>
            </a:r>
            <a:r>
              <a:rPr lang="de-AT" dirty="0" err="1"/>
              <a:t>güncelledim</a:t>
            </a:r>
            <a:r>
              <a:rPr lang="de-AT" dirty="0"/>
              <a:t> (W -= </a:t>
            </a:r>
            <a:r>
              <a:rPr lang="de-AT" dirty="0" err="1"/>
              <a:t>lr</a:t>
            </a:r>
            <a:r>
              <a:rPr lang="de-AT" dirty="0"/>
              <a:t>*</a:t>
            </a:r>
            <a:r>
              <a:rPr lang="de-AT" dirty="0" err="1"/>
              <a:t>grad_W</a:t>
            </a:r>
            <a:r>
              <a:rPr lang="de-AT" dirty="0"/>
              <a:t>)</a:t>
            </a:r>
          </a:p>
          <a:p>
            <a:pPr lvl="0"/>
            <a:r>
              <a:rPr lang="de-AT" dirty="0" err="1"/>
              <a:t>Bunu</a:t>
            </a:r>
            <a:r>
              <a:rPr lang="de-AT" dirty="0"/>
              <a:t> </a:t>
            </a:r>
            <a:r>
              <a:rPr lang="de-AT" dirty="0" err="1"/>
              <a:t>döngüyle</a:t>
            </a:r>
            <a:r>
              <a:rPr lang="de-AT" dirty="0"/>
              <a:t> </a:t>
            </a:r>
            <a:r>
              <a:rPr lang="de-AT" dirty="0" err="1"/>
              <a:t>tekrarlayıp</a:t>
            </a:r>
            <a:r>
              <a:rPr lang="de-AT" dirty="0"/>
              <a:t> </a:t>
            </a:r>
            <a:r>
              <a:rPr lang="de-AT" dirty="0" err="1"/>
              <a:t>loss'u</a:t>
            </a:r>
            <a:r>
              <a:rPr lang="de-AT" dirty="0"/>
              <a:t> </a:t>
            </a:r>
            <a:r>
              <a:rPr lang="de-AT" dirty="0" err="1"/>
              <a:t>düşürdüm</a:t>
            </a:r>
            <a:endParaRPr lang="de-AT"/>
          </a:p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749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Tek Nöron</vt:lpstr>
      <vt:lpstr>Tam Katman</vt:lpstr>
      <vt:lpstr>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Camkerten</dc:creator>
  <cp:lastModifiedBy>Emre Camkerten</cp:lastModifiedBy>
  <cp:revision>1</cp:revision>
  <dcterms:created xsi:type="dcterms:W3CDTF">2026-08-20T20:19:57Z</dcterms:created>
  <dcterms:modified xsi:type="dcterms:W3CDTF">2026-08-20T20:20:46Z</dcterms:modified>
</cp:coreProperties>
</file>