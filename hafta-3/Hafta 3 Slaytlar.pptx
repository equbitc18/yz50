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BE4DB-D201-28B3-57AB-07DE76B6B2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CF30F2-F59F-4AF3-8842-AE4BDF2F9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71EDB-4AEB-4A8D-98E3-91948B6A8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F9C2-14DD-78D0-5F3F-CB645683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38DC96-0D3D-F211-13F6-941424042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5841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52B63-8342-0F57-1D73-659B869B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3F899-D94B-71A1-CF88-B1F3D3E3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328F4-7E04-A14F-7A36-1B8058B3F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37710-241A-5EF3-84CC-FC5AC4C95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B4002-F6DD-F823-BEFA-6F326BB9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772721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4E11D-8E7F-0132-696A-9C6CD9551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3DE3D-D769-C252-F1C5-EC66858B8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406A6-DC6F-0E2B-D7D3-E55EED719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4C2CC-3D17-792B-110F-217751F3C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F4490-70BC-98C1-C6EE-ED066A97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62412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41416-9755-717B-003D-4D863F688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8BA06-B5A4-089C-334A-2CBAB3478E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496EC-420C-23DD-58A3-8B614997BB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FAB4E-E728-55B6-8332-D4303A24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90EE4-1A27-8099-37C4-DCFF52723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00178-ED74-B2AA-CECD-EC220D85C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55361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770FF-6CEF-4EF4-F8AC-A7DA5A62F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BAD04-0D8D-A48C-239D-DF5DEEA22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4457A-F213-7100-AC68-C6C95D502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F114F-097E-7149-136C-7E2E9F2D7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9475BB-CB8C-8EB1-1623-AF085DC99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AB4A40-9B5F-E237-CBFD-654E115B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056F9B-9F3E-5C63-E4D8-39C59F57E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73A567-F36C-DD28-EA47-49E320D2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96581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E80A-9061-B4D4-4C98-C433244D4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3847B-A13A-0BB7-AA42-8A15279B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EEC96-ABCC-8A76-22B0-A71780E3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1602B-74C3-30A4-C9B3-C2D4C33C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5422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B38EBD-454B-C71C-DAC4-944829AA5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479B52-D2D1-6231-A24E-03C84B3B1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817B27-ADAF-C24D-A716-582AFC75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85962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1361-6310-7637-683D-28D46BB25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CDD13-0912-2A9B-B6C6-AB1083B90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97DD49-AC41-1002-9128-D2A6ED69C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CBACD-3D52-2F10-560A-8A48E7931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DA38DB-3AD0-719C-9019-8AABBF8D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4B85D7-3E4F-C674-066F-45F963E1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82053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29526-90D6-D14E-C2CC-43ED5A020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1D301C-5A11-603F-5779-067DDE1EF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E080F-A8A3-025B-63D9-37E6DED2D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41568-C3D3-46CA-CB88-118A33911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AA194-9F5D-0A08-A1AA-1DB2BF1D2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9EDE7-9770-1654-BF4E-31081E757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56152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78029-67D2-D173-1359-C97520646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08729F-B302-F6B5-F55C-8E10C80E1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B0E8B-3F01-130E-B218-D3AB0C758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F4478-939E-C954-2BE0-55C374EAB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77A6B-7ADE-6F9A-77D6-5996A78E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378396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AB0AFF-E189-22A2-26D8-C8DFDAD44F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3FF4AA-69EB-4C9B-B545-659FB139E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9095E-8689-3F94-EEEB-50C6E0BFE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38207-7CCD-D2E7-054F-44EFC2810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DC542-4D23-A9AE-C9DA-B7873A08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0500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D0ABE4-0105-EF93-7933-9E2C6B5B4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e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ED654-7D82-07A5-5DC7-77271A3C3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63A5E-4523-6875-C1B5-7A02CCB43B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00AB57-3367-4853-9720-92C7296E282F}" type="datetimeFigureOut">
              <a:rPr lang="de-AT" smtClean="0"/>
              <a:t>06.09.2026</a:t>
            </a:fld>
            <a:endParaRPr lang="de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42251-D797-F553-5B30-623EC32FD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716F9B-BE59-01B0-F6BC-3D4FEA11B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1151F6-2A6C-4C44-AA1B-A6C95AC4F9DC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0546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23B89-FD98-FAC1-E7D3-3959066E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/>
              <a:t>Veri </a:t>
            </a:r>
            <a:r>
              <a:rPr lang="de-AT" b="1" dirty="0" err="1"/>
              <a:t>ve</a:t>
            </a:r>
            <a:r>
              <a:rPr lang="de-AT" b="1" dirty="0"/>
              <a:t> </a:t>
            </a:r>
            <a:r>
              <a:rPr lang="de-AT" b="1" dirty="0" err="1"/>
              <a:t>Sayma</a:t>
            </a:r>
            <a:r>
              <a:rPr lang="de-AT" b="1" dirty="0"/>
              <a:t> (</a:t>
            </a:r>
            <a:r>
              <a:rPr lang="de-AT" b="1" dirty="0" err="1"/>
              <a:t>Counting</a:t>
            </a:r>
            <a:r>
              <a:rPr lang="de-AT" b="1" dirty="0"/>
              <a:t>)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82C2D-0687-AFDC-6EF6-3681DE08F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names.txt'ten</a:t>
            </a:r>
            <a:r>
              <a:rPr lang="de-AT" dirty="0"/>
              <a:t> </a:t>
            </a:r>
            <a:r>
              <a:rPr lang="de-AT" dirty="0" err="1"/>
              <a:t>isim</a:t>
            </a:r>
            <a:r>
              <a:rPr lang="de-AT" dirty="0"/>
              <a:t> </a:t>
            </a:r>
            <a:r>
              <a:rPr lang="de-AT" dirty="0" err="1"/>
              <a:t>verisiyle</a:t>
            </a:r>
            <a:r>
              <a:rPr lang="de-AT" dirty="0"/>
              <a:t> </a:t>
            </a:r>
            <a:r>
              <a:rPr lang="de-AT" dirty="0" err="1"/>
              <a:t>tanışma</a:t>
            </a:r>
            <a:endParaRPr lang="de-AT" dirty="0"/>
          </a:p>
          <a:p>
            <a:pPr lvl="0"/>
            <a:r>
              <a:rPr lang="de-AT" dirty="0" err="1"/>
              <a:t>Bigram</a:t>
            </a:r>
            <a:r>
              <a:rPr lang="de-AT" dirty="0"/>
              <a:t> </a:t>
            </a:r>
            <a:r>
              <a:rPr lang="de-AT" dirty="0" err="1"/>
              <a:t>counting</a:t>
            </a:r>
            <a:r>
              <a:rPr lang="de-AT" dirty="0"/>
              <a:t>: </a:t>
            </a:r>
            <a:r>
              <a:rPr lang="de-AT" dirty="0" err="1"/>
              <a:t>ardışık</a:t>
            </a:r>
            <a:r>
              <a:rPr lang="de-AT" dirty="0"/>
              <a:t> </a:t>
            </a:r>
            <a:r>
              <a:rPr lang="de-AT" dirty="0" err="1"/>
              <a:t>karakter</a:t>
            </a:r>
            <a:r>
              <a:rPr lang="de-AT" dirty="0"/>
              <a:t> </a:t>
            </a:r>
            <a:r>
              <a:rPr lang="de-AT" dirty="0" err="1"/>
              <a:t>çiftlerini</a:t>
            </a:r>
            <a:r>
              <a:rPr lang="de-AT" dirty="0"/>
              <a:t> </a:t>
            </a:r>
            <a:r>
              <a:rPr lang="de-AT" dirty="0" err="1"/>
              <a:t>dict</a:t>
            </a:r>
            <a:r>
              <a:rPr lang="de-AT" dirty="0"/>
              <a:t> </a:t>
            </a:r>
            <a:r>
              <a:rPr lang="de-AT" dirty="0" err="1"/>
              <a:t>ile</a:t>
            </a:r>
            <a:r>
              <a:rPr lang="de-AT" dirty="0"/>
              <a:t> </a:t>
            </a:r>
            <a:r>
              <a:rPr lang="de-AT" dirty="0" err="1"/>
              <a:t>sayma</a:t>
            </a:r>
            <a:endParaRPr lang="de-AT" dirty="0"/>
          </a:p>
          <a:p>
            <a:pPr lvl="0"/>
            <a:r>
              <a:rPr lang="de-AT" dirty="0" err="1"/>
              <a:t>Aynı</a:t>
            </a:r>
            <a:r>
              <a:rPr lang="de-AT" dirty="0"/>
              <a:t> </a:t>
            </a:r>
            <a:r>
              <a:rPr lang="de-AT" dirty="0" err="1"/>
              <a:t>işlemi</a:t>
            </a:r>
            <a:r>
              <a:rPr lang="de-AT" dirty="0"/>
              <a:t> </a:t>
            </a:r>
            <a:r>
              <a:rPr lang="de-AT" dirty="0" err="1"/>
              <a:t>tensor</a:t>
            </a:r>
            <a:r>
              <a:rPr lang="de-AT" dirty="0"/>
              <a:t> </a:t>
            </a:r>
            <a:r>
              <a:rPr lang="de-AT" dirty="0" err="1"/>
              <a:t>counting</a:t>
            </a:r>
            <a:r>
              <a:rPr lang="de-AT" dirty="0"/>
              <a:t> </a:t>
            </a:r>
            <a:r>
              <a:rPr lang="de-AT" dirty="0" err="1"/>
              <a:t>ile</a:t>
            </a:r>
            <a:r>
              <a:rPr lang="de-AT" dirty="0"/>
              <a:t> PyTorch'a </a:t>
            </a:r>
            <a:r>
              <a:rPr lang="de-AT" dirty="0" err="1"/>
              <a:t>taşıma</a:t>
            </a:r>
            <a:r>
              <a:rPr lang="de-AT" dirty="0"/>
              <a:t> (27x27 </a:t>
            </a:r>
            <a:r>
              <a:rPr lang="de-AT" dirty="0" err="1"/>
              <a:t>sayım</a:t>
            </a:r>
            <a:r>
              <a:rPr lang="de-AT" dirty="0"/>
              <a:t> </a:t>
            </a:r>
            <a:r>
              <a:rPr lang="de-AT" dirty="0" err="1"/>
              <a:t>matrisi</a:t>
            </a:r>
            <a:r>
              <a:rPr lang="de-AT" dirty="0"/>
              <a:t> N)</a:t>
            </a:r>
          </a:p>
          <a:p>
            <a:pPr marL="0" indent="0">
              <a:buNone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821503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6259-4610-8B9F-C537-83AC35159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err="1"/>
              <a:t>Olasılık</a:t>
            </a:r>
            <a:r>
              <a:rPr lang="de-AT" b="1" dirty="0"/>
              <a:t> </a:t>
            </a:r>
            <a:r>
              <a:rPr lang="de-AT" b="1" dirty="0" err="1"/>
              <a:t>Modeli</a:t>
            </a:r>
            <a:r>
              <a:rPr lang="de-AT" b="1" dirty="0"/>
              <a:t> </a:t>
            </a:r>
            <a:r>
              <a:rPr lang="de-AT" b="1" dirty="0" err="1"/>
              <a:t>ve</a:t>
            </a:r>
            <a:r>
              <a:rPr lang="de-AT" b="1" dirty="0"/>
              <a:t> </a:t>
            </a:r>
            <a:r>
              <a:rPr lang="de-AT" b="1" dirty="0" err="1"/>
              <a:t>Örnekleme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2A9E9-D9C1-DB6B-6D47-E9E60C0E2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 err="1"/>
              <a:t>Sayım</a:t>
            </a:r>
            <a:r>
              <a:rPr lang="de-AT" dirty="0"/>
              <a:t> </a:t>
            </a:r>
            <a:r>
              <a:rPr lang="de-AT" dirty="0" err="1"/>
              <a:t>matrisini</a:t>
            </a:r>
            <a:r>
              <a:rPr lang="de-AT" dirty="0"/>
              <a:t> </a:t>
            </a:r>
            <a:r>
              <a:rPr lang="de-AT" dirty="0" err="1"/>
              <a:t>heatmap</a:t>
            </a:r>
            <a:r>
              <a:rPr lang="de-AT" dirty="0"/>
              <a:t> </a:t>
            </a:r>
            <a:r>
              <a:rPr lang="de-AT" dirty="0" err="1"/>
              <a:t>ile</a:t>
            </a:r>
            <a:r>
              <a:rPr lang="de-AT" dirty="0"/>
              <a:t> </a:t>
            </a:r>
            <a:r>
              <a:rPr lang="de-AT" dirty="0" err="1"/>
              <a:t>görselleştirme</a:t>
            </a:r>
            <a:endParaRPr lang="de-AT" dirty="0"/>
          </a:p>
          <a:p>
            <a:pPr lvl="0"/>
            <a:r>
              <a:rPr lang="de-AT" dirty="0" err="1"/>
              <a:t>Sayımlardan</a:t>
            </a:r>
            <a:r>
              <a:rPr lang="de-AT" dirty="0"/>
              <a:t> </a:t>
            </a:r>
            <a:r>
              <a:rPr lang="de-AT" dirty="0" err="1"/>
              <a:t>olasılık</a:t>
            </a:r>
            <a:r>
              <a:rPr lang="de-AT" dirty="0"/>
              <a:t> </a:t>
            </a:r>
            <a:r>
              <a:rPr lang="de-AT" dirty="0" err="1"/>
              <a:t>matrisi</a:t>
            </a:r>
            <a:r>
              <a:rPr lang="de-AT" dirty="0"/>
              <a:t> (P) </a:t>
            </a:r>
            <a:r>
              <a:rPr lang="de-AT" dirty="0" err="1"/>
              <a:t>hesaplama</a:t>
            </a:r>
            <a:endParaRPr lang="de-AT" dirty="0"/>
          </a:p>
          <a:p>
            <a:pPr lvl="0"/>
            <a:r>
              <a:rPr lang="de-AT" dirty="0"/>
              <a:t>P </a:t>
            </a:r>
            <a:r>
              <a:rPr lang="de-AT" dirty="0" err="1"/>
              <a:t>matrisinden</a:t>
            </a:r>
            <a:r>
              <a:rPr lang="de-AT" dirty="0"/>
              <a:t> </a:t>
            </a:r>
            <a:r>
              <a:rPr lang="de-AT" dirty="0" err="1"/>
              <a:t>rastgele</a:t>
            </a:r>
            <a:r>
              <a:rPr lang="de-AT" dirty="0"/>
              <a:t> </a:t>
            </a:r>
            <a:r>
              <a:rPr lang="de-AT" dirty="0" err="1"/>
              <a:t>örnekleme</a:t>
            </a:r>
            <a:r>
              <a:rPr lang="de-AT" dirty="0"/>
              <a:t> </a:t>
            </a:r>
            <a:r>
              <a:rPr lang="de-AT" dirty="0" err="1"/>
              <a:t>yaparak</a:t>
            </a:r>
            <a:r>
              <a:rPr lang="de-AT" dirty="0"/>
              <a:t> 5 </a:t>
            </a:r>
            <a:r>
              <a:rPr lang="de-AT" dirty="0" err="1"/>
              <a:t>isim</a:t>
            </a:r>
            <a:r>
              <a:rPr lang="de-AT" dirty="0"/>
              <a:t> </a:t>
            </a:r>
            <a:r>
              <a:rPr lang="de-AT" dirty="0" err="1"/>
              <a:t>üretme</a:t>
            </a:r>
            <a:endParaRPr lang="de-AT" dirty="0"/>
          </a:p>
          <a:p>
            <a:pPr lvl="0"/>
            <a:r>
              <a:rPr lang="de-AT" dirty="0" err="1"/>
              <a:t>Negatif</a:t>
            </a:r>
            <a:r>
              <a:rPr lang="de-AT" dirty="0"/>
              <a:t> log-</a:t>
            </a:r>
            <a:r>
              <a:rPr lang="de-AT" dirty="0" err="1"/>
              <a:t>likelihood</a:t>
            </a:r>
            <a:r>
              <a:rPr lang="de-AT" dirty="0"/>
              <a:t> (NLL) </a:t>
            </a:r>
            <a:r>
              <a:rPr lang="de-AT" dirty="0" err="1"/>
              <a:t>ile</a:t>
            </a:r>
            <a:r>
              <a:rPr lang="de-AT" dirty="0"/>
              <a:t> </a:t>
            </a:r>
            <a:r>
              <a:rPr lang="de-AT" dirty="0" err="1"/>
              <a:t>modelin</a:t>
            </a:r>
            <a:r>
              <a:rPr lang="de-AT" dirty="0"/>
              <a:t> </a:t>
            </a:r>
            <a:r>
              <a:rPr lang="de-AT" dirty="0" err="1"/>
              <a:t>kalitesini</a:t>
            </a:r>
            <a:r>
              <a:rPr lang="de-AT" dirty="0"/>
              <a:t> </a:t>
            </a:r>
            <a:r>
              <a:rPr lang="de-AT" dirty="0" err="1"/>
              <a:t>ölçme</a:t>
            </a:r>
            <a:endParaRPr lang="de-AT" dirty="0"/>
          </a:p>
          <a:p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329460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2CBE-5E39-E26D-7438-A1E74CB3A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b="1" dirty="0" err="1"/>
              <a:t>Nöral</a:t>
            </a:r>
            <a:r>
              <a:rPr lang="de-AT" b="1" dirty="0"/>
              <a:t> </a:t>
            </a:r>
            <a:r>
              <a:rPr lang="de-AT" b="1" dirty="0" err="1"/>
              <a:t>Ağ</a:t>
            </a:r>
            <a:r>
              <a:rPr lang="de-AT" b="1" dirty="0"/>
              <a:t> </a:t>
            </a:r>
            <a:r>
              <a:rPr lang="de-AT" b="1" dirty="0" err="1"/>
              <a:t>ve</a:t>
            </a:r>
            <a:r>
              <a:rPr lang="de-AT" b="1" dirty="0"/>
              <a:t> </a:t>
            </a:r>
            <a:r>
              <a:rPr lang="de-AT" b="1" dirty="0" err="1"/>
              <a:t>Optimizasyon</a:t>
            </a:r>
            <a:endParaRPr lang="de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C5430-3AA4-3C94-73F5-803F16406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AT" dirty="0"/>
              <a:t>Tek </a:t>
            </a:r>
            <a:r>
              <a:rPr lang="de-AT" dirty="0" err="1"/>
              <a:t>katmanlı</a:t>
            </a:r>
            <a:r>
              <a:rPr lang="de-AT" dirty="0"/>
              <a:t>, </a:t>
            </a:r>
            <a:r>
              <a:rPr lang="de-AT" dirty="0" err="1"/>
              <a:t>basit</a:t>
            </a:r>
            <a:r>
              <a:rPr lang="de-AT" dirty="0"/>
              <a:t> </a:t>
            </a:r>
            <a:r>
              <a:rPr lang="de-AT" dirty="0" err="1"/>
              <a:t>bir</a:t>
            </a:r>
            <a:r>
              <a:rPr lang="de-AT" dirty="0"/>
              <a:t> </a:t>
            </a:r>
            <a:r>
              <a:rPr lang="de-AT" dirty="0" err="1"/>
              <a:t>nöral</a:t>
            </a:r>
            <a:r>
              <a:rPr lang="de-AT" dirty="0"/>
              <a:t> </a:t>
            </a:r>
            <a:r>
              <a:rPr lang="de-AT" dirty="0" err="1"/>
              <a:t>ağ</a:t>
            </a:r>
            <a:r>
              <a:rPr lang="de-AT" dirty="0"/>
              <a:t> </a:t>
            </a:r>
            <a:r>
              <a:rPr lang="de-AT" dirty="0" err="1"/>
              <a:t>kurma</a:t>
            </a:r>
            <a:r>
              <a:rPr lang="de-AT" dirty="0"/>
              <a:t> (</a:t>
            </a:r>
            <a:r>
              <a:rPr lang="de-AT" dirty="0" err="1"/>
              <a:t>ağırlık</a:t>
            </a:r>
            <a:r>
              <a:rPr lang="de-AT" dirty="0"/>
              <a:t> </a:t>
            </a:r>
            <a:r>
              <a:rPr lang="de-AT" dirty="0" err="1"/>
              <a:t>matrisi</a:t>
            </a:r>
            <a:r>
              <a:rPr lang="de-AT" dirty="0"/>
              <a:t> W)</a:t>
            </a:r>
          </a:p>
          <a:p>
            <a:pPr lvl="0"/>
            <a:r>
              <a:rPr lang="de-AT" dirty="0" err="1"/>
              <a:t>One-hot</a:t>
            </a:r>
            <a:r>
              <a:rPr lang="de-AT" dirty="0"/>
              <a:t> </a:t>
            </a:r>
            <a:r>
              <a:rPr lang="de-AT" dirty="0" err="1"/>
              <a:t>encoding</a:t>
            </a:r>
            <a:r>
              <a:rPr lang="de-AT" dirty="0"/>
              <a:t> + </a:t>
            </a:r>
            <a:r>
              <a:rPr lang="de-AT" dirty="0" err="1"/>
              <a:t>softmax</a:t>
            </a:r>
            <a:r>
              <a:rPr lang="de-AT" dirty="0"/>
              <a:t> </a:t>
            </a:r>
            <a:r>
              <a:rPr lang="de-AT" dirty="0" err="1"/>
              <a:t>mantığıyla</a:t>
            </a:r>
            <a:r>
              <a:rPr lang="de-AT" dirty="0"/>
              <a:t> </a:t>
            </a:r>
            <a:r>
              <a:rPr lang="de-AT" dirty="0" err="1"/>
              <a:t>forward</a:t>
            </a:r>
            <a:r>
              <a:rPr lang="de-AT" dirty="0"/>
              <a:t> pass</a:t>
            </a:r>
          </a:p>
          <a:p>
            <a:pPr lvl="0"/>
            <a:r>
              <a:rPr lang="de-AT" dirty="0"/>
              <a:t>Gradient </a:t>
            </a:r>
            <a:r>
              <a:rPr lang="de-AT" dirty="0" err="1"/>
              <a:t>descent</a:t>
            </a:r>
            <a:r>
              <a:rPr lang="de-AT" dirty="0"/>
              <a:t> </a:t>
            </a:r>
            <a:r>
              <a:rPr lang="de-AT" dirty="0" err="1"/>
              <a:t>ile</a:t>
            </a:r>
            <a:r>
              <a:rPr lang="de-AT" dirty="0"/>
              <a:t> </a:t>
            </a:r>
            <a:r>
              <a:rPr lang="de-AT" dirty="0" err="1"/>
              <a:t>W'yi</a:t>
            </a:r>
            <a:r>
              <a:rPr lang="de-AT" dirty="0"/>
              <a:t> </a:t>
            </a:r>
            <a:r>
              <a:rPr lang="de-AT" dirty="0" err="1"/>
              <a:t>optimize</a:t>
            </a:r>
            <a:r>
              <a:rPr lang="de-AT" dirty="0"/>
              <a:t> </a:t>
            </a:r>
            <a:r>
              <a:rPr lang="de-AT" dirty="0" err="1"/>
              <a:t>etme</a:t>
            </a:r>
            <a:endParaRPr lang="de-AT" dirty="0"/>
          </a:p>
          <a:p>
            <a:pPr lvl="0"/>
            <a:r>
              <a:rPr lang="de-AT" dirty="0" err="1"/>
              <a:t>Türkçe</a:t>
            </a:r>
            <a:r>
              <a:rPr lang="de-AT" dirty="0"/>
              <a:t> </a:t>
            </a:r>
            <a:r>
              <a:rPr lang="de-AT" dirty="0" err="1"/>
              <a:t>isim</a:t>
            </a:r>
            <a:r>
              <a:rPr lang="de-AT" dirty="0"/>
              <a:t> </a:t>
            </a:r>
            <a:r>
              <a:rPr lang="de-AT" dirty="0" err="1"/>
              <a:t>verisine</a:t>
            </a:r>
            <a:r>
              <a:rPr lang="de-AT" dirty="0"/>
              <a:t> </a:t>
            </a:r>
            <a:r>
              <a:rPr lang="de-AT" dirty="0" err="1"/>
              <a:t>geçince</a:t>
            </a:r>
            <a:r>
              <a:rPr lang="de-AT" dirty="0"/>
              <a:t> </a:t>
            </a:r>
            <a:r>
              <a:rPr lang="de-AT" dirty="0" err="1"/>
              <a:t>karşılaşılan</a:t>
            </a:r>
            <a:r>
              <a:rPr lang="de-AT" dirty="0"/>
              <a:t> </a:t>
            </a:r>
            <a:r>
              <a:rPr lang="de-AT" dirty="0" err="1"/>
              <a:t>boyut</a:t>
            </a:r>
            <a:r>
              <a:rPr lang="de-AT" dirty="0"/>
              <a:t> </a:t>
            </a:r>
            <a:r>
              <a:rPr lang="de-AT" dirty="0" err="1"/>
              <a:t>hatasını</a:t>
            </a:r>
            <a:r>
              <a:rPr lang="de-AT" dirty="0"/>
              <a:t> (</a:t>
            </a:r>
            <a:r>
              <a:rPr lang="de-AT" dirty="0" err="1"/>
              <a:t>sabit</a:t>
            </a:r>
            <a:r>
              <a:rPr lang="de-AT" dirty="0"/>
              <a:t> 27 </a:t>
            </a:r>
            <a:r>
              <a:rPr lang="de-AT" dirty="0" err="1"/>
              <a:t>yerine</a:t>
            </a:r>
            <a:r>
              <a:rPr lang="de-AT" dirty="0"/>
              <a:t> </a:t>
            </a:r>
            <a:r>
              <a:rPr lang="de-AT" dirty="0" err="1"/>
              <a:t>dinamik</a:t>
            </a:r>
            <a:r>
              <a:rPr lang="de-AT" dirty="0"/>
              <a:t> </a:t>
            </a:r>
            <a:r>
              <a:rPr lang="de-AT" dirty="0" err="1"/>
              <a:t>boyut</a:t>
            </a:r>
            <a:r>
              <a:rPr lang="de-AT" dirty="0"/>
              <a:t>) </a:t>
            </a:r>
            <a:r>
              <a:rPr lang="de-AT" dirty="0" err="1"/>
              <a:t>çözme</a:t>
            </a:r>
            <a:endParaRPr lang="de-AT" dirty="0"/>
          </a:p>
          <a:p>
            <a:pPr lvl="0"/>
            <a:r>
              <a:rPr lang="de-AT" dirty="0" err="1"/>
              <a:t>Eğitilen</a:t>
            </a:r>
            <a:r>
              <a:rPr lang="de-AT" dirty="0"/>
              <a:t> </a:t>
            </a:r>
            <a:r>
              <a:rPr lang="de-AT" dirty="0" err="1"/>
              <a:t>ağdan</a:t>
            </a:r>
            <a:r>
              <a:rPr lang="de-AT" dirty="0"/>
              <a:t> </a:t>
            </a:r>
            <a:r>
              <a:rPr lang="de-AT" dirty="0" err="1"/>
              <a:t>yeni</a:t>
            </a:r>
            <a:r>
              <a:rPr lang="de-AT" dirty="0"/>
              <a:t> </a:t>
            </a:r>
            <a:r>
              <a:rPr lang="de-AT" dirty="0" err="1"/>
              <a:t>isim</a:t>
            </a:r>
            <a:r>
              <a:rPr lang="de-AT" dirty="0"/>
              <a:t> </a:t>
            </a:r>
            <a:r>
              <a:rPr lang="de-AT" dirty="0" err="1"/>
              <a:t>örnekleme</a:t>
            </a:r>
            <a:endParaRPr lang="de-AT" dirty="0"/>
          </a:p>
          <a:p>
            <a:pPr marL="0" indent="0">
              <a:buNone/>
            </a:pP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8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Microsoft Office PowerPoint</Application>
  <PresentationFormat>Widescreen</PresentationFormat>
  <Paragraphs>15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Veri ve Sayma (Counting)</vt:lpstr>
      <vt:lpstr>Olasılık Modeli ve Örnekleme</vt:lpstr>
      <vt:lpstr>Nöral Ağ ve Optimizasyon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Emre Camkerten</dc:creator>
  <cp:lastModifiedBy>Emre Camkerten</cp:lastModifiedBy>
  <cp:revision>1</cp:revision>
  <dcterms:created xsi:type="dcterms:W3CDTF">2026-09-06T09:21:48Z</dcterms:created>
  <dcterms:modified xsi:type="dcterms:W3CDTF">2026-09-06T09:23:20Z</dcterms:modified>
</cp:coreProperties>
</file>